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24"/>
  </p:notesMasterIdLst>
  <p:handoutMasterIdLst>
    <p:handoutMasterId r:id="rId25"/>
  </p:handoutMasterIdLst>
  <p:sldIdLst>
    <p:sldId id="377" r:id="rId5"/>
    <p:sldId id="390" r:id="rId6"/>
    <p:sldId id="404" r:id="rId7"/>
    <p:sldId id="379" r:id="rId8"/>
    <p:sldId id="380" r:id="rId9"/>
    <p:sldId id="405" r:id="rId10"/>
    <p:sldId id="406" r:id="rId11"/>
    <p:sldId id="407" r:id="rId12"/>
    <p:sldId id="408" r:id="rId13"/>
    <p:sldId id="382" r:id="rId14"/>
    <p:sldId id="409" r:id="rId15"/>
    <p:sldId id="411" r:id="rId16"/>
    <p:sldId id="388" r:id="rId17"/>
    <p:sldId id="389" r:id="rId18"/>
    <p:sldId id="395" r:id="rId19"/>
    <p:sldId id="396" r:id="rId20"/>
    <p:sldId id="412" r:id="rId21"/>
    <p:sldId id="399" r:id="rId22"/>
    <p:sldId id="39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1C9C1"/>
    <a:srgbClr val="ECECEC"/>
    <a:srgbClr val="4D6228"/>
    <a:srgbClr val="C16548"/>
    <a:srgbClr val="EFE9E7"/>
    <a:srgbClr val="CB6E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B1DFE6-5E08-4582-AEE6-6BABA2AF77AB}" v="245" dt="2025-09-27T06:00:16.5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58" autoAdjust="0"/>
    <p:restoredTop sz="94744" autoAdjust="0"/>
  </p:normalViewPr>
  <p:slideViewPr>
    <p:cSldViewPr snapToGrid="0">
      <p:cViewPr varScale="1">
        <p:scale>
          <a:sx n="40" d="100"/>
          <a:sy n="40" d="100"/>
        </p:scale>
        <p:origin x="24" y="448"/>
      </p:cViewPr>
      <p:guideLst/>
    </p:cSldViewPr>
  </p:slideViewPr>
  <p:outlineViewPr>
    <p:cViewPr>
      <p:scale>
        <a:sx n="33" d="100"/>
        <a:sy n="33" d="100"/>
      </p:scale>
      <p:origin x="0" y="-684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845"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enapp2002@outlook.com" userId="b6d50d7d1ddff7d9" providerId="LiveId" clId="{89A75E36-5907-4D72-ADA7-EF81775EC4D4}"/>
    <pc:docChg chg="mod modSld">
      <pc:chgData name="anenapp2002@outlook.com" userId="b6d50d7d1ddff7d9" providerId="LiveId" clId="{89A75E36-5907-4D72-ADA7-EF81775EC4D4}" dt="2025-10-13T02:23:26.841" v="8" actId="1038"/>
      <pc:docMkLst>
        <pc:docMk/>
      </pc:docMkLst>
      <pc:sldChg chg="modSp mod">
        <pc:chgData name="anenapp2002@outlook.com" userId="b6d50d7d1ddff7d9" providerId="LiveId" clId="{89A75E36-5907-4D72-ADA7-EF81775EC4D4}" dt="2025-10-13T02:23:26.841" v="8" actId="1038"/>
        <pc:sldMkLst>
          <pc:docMk/>
          <pc:sldMk cId="4036022908" sldId="404"/>
        </pc:sldMkLst>
        <pc:spChg chg="mod">
          <ac:chgData name="anenapp2002@outlook.com" userId="b6d50d7d1ddff7d9" providerId="LiveId" clId="{89A75E36-5907-4D72-ADA7-EF81775EC4D4}" dt="2025-10-13T02:23:26.841" v="8" actId="1038"/>
          <ac:spMkLst>
            <pc:docMk/>
            <pc:sldMk cId="4036022908" sldId="404"/>
            <ac:spMk id="28" creationId="{671ED0C5-387F-1979-E762-10BBDDFFE68C}"/>
          </ac:spMkLst>
        </pc:spChg>
      </pc:sldChg>
      <pc:sldChg chg="modSp modAnim">
        <pc:chgData name="anenapp2002@outlook.com" userId="b6d50d7d1ddff7d9" providerId="LiveId" clId="{89A75E36-5907-4D72-ADA7-EF81775EC4D4}" dt="2025-09-27T06:00:16.514" v="6" actId="113"/>
        <pc:sldMkLst>
          <pc:docMk/>
          <pc:sldMk cId="2869832092" sldId="408"/>
        </pc:sldMkLst>
        <pc:spChg chg="mod">
          <ac:chgData name="anenapp2002@outlook.com" userId="b6d50d7d1ddff7d9" providerId="LiveId" clId="{89A75E36-5907-4D72-ADA7-EF81775EC4D4}" dt="2025-09-27T06:00:16.514" v="6" actId="113"/>
          <ac:spMkLst>
            <pc:docMk/>
            <pc:sldMk cId="2869832092" sldId="408"/>
            <ac:spMk id="8" creationId="{D5B1AB6E-14AD-5CCB-FA69-5242A29FC1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2623BC-5453-41D9-8AAA-DC8C046E78B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F67D222-4B37-4341-A20E-5F7F6C34485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061D9A-746F-451D-A588-E1812F761F0E}" type="datetimeFigureOut">
              <a:rPr lang="en-US" smtClean="0"/>
              <a:t>10/13/2025</a:t>
            </a:fld>
            <a:endParaRPr lang="en-US" dirty="0"/>
          </a:p>
        </p:txBody>
      </p:sp>
      <p:sp>
        <p:nvSpPr>
          <p:cNvPr id="4" name="Footer Placeholder 3">
            <a:extLst>
              <a:ext uri="{FF2B5EF4-FFF2-40B4-BE49-F238E27FC236}">
                <a16:creationId xmlns:a16="http://schemas.microsoft.com/office/drawing/2014/main" id="{3B166901-B1E0-4CE0-9E4B-28767C873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9224F09-7EC3-4666-A1BC-C6E796D1963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48A818-BD7E-4D23-9FDE-11234E869982}" type="slidenum">
              <a:rPr lang="en-US" smtClean="0"/>
              <a:t>‹#›</a:t>
            </a:fld>
            <a:endParaRPr lang="en-US" dirty="0"/>
          </a:p>
        </p:txBody>
      </p:sp>
    </p:spTree>
    <p:extLst>
      <p:ext uri="{BB962C8B-B14F-4D97-AF65-F5344CB8AC3E}">
        <p14:creationId xmlns:p14="http://schemas.microsoft.com/office/powerpoint/2010/main" val="2650667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AB2845-231E-434A-B678-E6CE4B27D651}" type="datetimeFigureOut">
              <a:rPr lang="en-US" smtClean="0"/>
              <a:t>10/13/2025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3A4303-F8B1-2446-9487-0E9B8F299762}" type="slidenum">
              <a:rPr lang="en-US" smtClean="0"/>
              <a:t>‹#›</a:t>
            </a:fld>
            <a:endParaRPr lang="en-US" dirty="0"/>
          </a:p>
        </p:txBody>
      </p:sp>
    </p:spTree>
    <p:extLst>
      <p:ext uri="{BB962C8B-B14F-4D97-AF65-F5344CB8AC3E}">
        <p14:creationId xmlns:p14="http://schemas.microsoft.com/office/powerpoint/2010/main" val="3731243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159547C-AB38-C793-550F-7C7D6CEE22D9}"/>
              </a:ext>
            </a:extLst>
          </p:cNvPr>
          <p:cNvSpPr>
            <a:spLocks noGrp="1"/>
          </p:cNvSpPr>
          <p:nvPr>
            <p:ph type="ctrTitle" hasCustomPrompt="1"/>
          </p:nvPr>
        </p:nvSpPr>
        <p:spPr>
          <a:xfrm>
            <a:off x="578224" y="-1"/>
            <a:ext cx="11035552" cy="6858001"/>
          </a:xfrm>
          <a:noFill/>
        </p:spPr>
        <p:txBody>
          <a:bodyPr lIns="0" tIns="0" rIns="0" bIns="0" anchor="ctr">
            <a:noAutofit/>
          </a:bodyPr>
          <a:lstStyle>
            <a:lvl1pPr algn="l">
              <a:defRPr sz="8000" kern="1200" spc="1000" baseline="0">
                <a:ln>
                  <a:noFill/>
                </a:ln>
                <a:solidFill>
                  <a:srgbClr val="CB6E50"/>
                </a:solidFill>
                <a:latin typeface="+mj-lt"/>
              </a:defRPr>
            </a:lvl1pPr>
          </a:lstStyle>
          <a:p>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p>
        </p:txBody>
      </p:sp>
      <p:sp>
        <p:nvSpPr>
          <p:cNvPr id="8" name="Picture Placeholder 26">
            <a:extLst>
              <a:ext uri="{FF2B5EF4-FFF2-40B4-BE49-F238E27FC236}">
                <a16:creationId xmlns:a16="http://schemas.microsoft.com/office/drawing/2014/main" id="{C0B4C216-E27C-7A50-CF5C-D340913FF5A4}"/>
              </a:ext>
            </a:extLst>
          </p:cNvPr>
          <p:cNvSpPr>
            <a:spLocks noGrp="1"/>
          </p:cNvSpPr>
          <p:nvPr>
            <p:ph type="pic" sz="quarter" idx="10"/>
          </p:nvPr>
        </p:nvSpPr>
        <p:spPr>
          <a:xfrm>
            <a:off x="7528308" y="604554"/>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tx2">
              <a:lumMod val="75000"/>
            </a:schemeClr>
          </a:solidFill>
        </p:spPr>
        <p:txBody>
          <a:bodyPr wrap="square" anchor="ctr">
            <a:noAutofit/>
          </a:bodyPr>
          <a:lstStyle>
            <a:lvl1pPr marL="0" indent="0" algn="ctr">
              <a:buNone/>
              <a:defRPr sz="1400" b="0" i="0">
                <a:solidFill>
                  <a:schemeClr val="bg1"/>
                </a:solidFill>
                <a:latin typeface="Avenir Book" panose="02000503020000020003" pitchFamily="2" charset="0"/>
              </a:defRPr>
            </a:lvl1pPr>
          </a:lstStyle>
          <a:p>
            <a:endParaRPr lang="en-US" dirty="0"/>
          </a:p>
        </p:txBody>
      </p:sp>
      <p:sp>
        <p:nvSpPr>
          <p:cNvPr id="3" name="Subtitle 2">
            <a:extLst>
              <a:ext uri="{FF2B5EF4-FFF2-40B4-BE49-F238E27FC236}">
                <a16:creationId xmlns:a16="http://schemas.microsoft.com/office/drawing/2014/main" id="{E0C4CF15-8EEB-3E61-A35B-A44FACDCD36B}"/>
              </a:ext>
            </a:extLst>
          </p:cNvPr>
          <p:cNvSpPr>
            <a:spLocks noGrp="1"/>
          </p:cNvSpPr>
          <p:nvPr>
            <p:ph type="subTitle" idx="1"/>
          </p:nvPr>
        </p:nvSpPr>
        <p:spPr>
          <a:xfrm>
            <a:off x="7528308" y="5901989"/>
            <a:ext cx="4085468" cy="468087"/>
          </a:xfrm>
        </p:spPr>
        <p:txBody>
          <a:bodyPr lIns="0" tIns="0" rIns="0" bIns="0">
            <a:normAutofit/>
          </a:bodyPr>
          <a:lstStyle>
            <a:lvl1pPr marL="0" indent="0" algn="ctr">
              <a:buNone/>
              <a:defRPr sz="18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830254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3"/>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986A58D-6106-E01B-0BDC-2F992AD25A9D}"/>
              </a:ext>
            </a:extLst>
          </p:cNvPr>
          <p:cNvSpPr>
            <a:spLocks noGrp="1"/>
          </p:cNvSpPr>
          <p:nvPr>
            <p:ph type="title"/>
          </p:nvPr>
        </p:nvSpPr>
        <p:spPr>
          <a:xfrm>
            <a:off x="638462" y="1399032"/>
            <a:ext cx="5486400" cy="676656"/>
          </a:xfrm>
        </p:spPr>
        <p:txBody>
          <a:bodyPr lIns="0" tIns="0" rIns="0" bIns="0" anchor="ctr"/>
          <a:lstStyle>
            <a:lvl1pPr>
              <a:defRPr sz="5500">
                <a:solidFill>
                  <a:schemeClr val="accent4"/>
                </a:solidFill>
                <a:latin typeface="+mj-lt"/>
              </a:defRPr>
            </a:lvl1pPr>
          </a:lstStyle>
          <a:p>
            <a:r>
              <a:rPr lang="en-US" dirty="0"/>
              <a:t>Click to edit Master title style</a:t>
            </a:r>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p:nvPr>
        </p:nvSpPr>
        <p:spPr>
          <a:xfrm>
            <a:off x="6428232" y="1481328"/>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8" name="Text Placeholder 15">
            <a:extLst>
              <a:ext uri="{FF2B5EF4-FFF2-40B4-BE49-F238E27FC236}">
                <a16:creationId xmlns:a16="http://schemas.microsoft.com/office/drawing/2014/main" id="{25014DBD-FC37-6FBB-AEBA-C826652821F8}"/>
              </a:ext>
            </a:extLst>
          </p:cNvPr>
          <p:cNvSpPr>
            <a:spLocks noGrp="1"/>
          </p:cNvSpPr>
          <p:nvPr>
            <p:ph type="body" sz="quarter" idx="20"/>
          </p:nvPr>
        </p:nvSpPr>
        <p:spPr>
          <a:xfrm>
            <a:off x="6428232" y="3941064"/>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6" name="Text Placeholder 15">
            <a:extLst>
              <a:ext uri="{FF2B5EF4-FFF2-40B4-BE49-F238E27FC236}">
                <a16:creationId xmlns:a16="http://schemas.microsoft.com/office/drawing/2014/main" id="{F62835A7-C3E7-285E-CDF2-A44B022CFA16}"/>
              </a:ext>
            </a:extLst>
          </p:cNvPr>
          <p:cNvSpPr>
            <a:spLocks noGrp="1"/>
          </p:cNvSpPr>
          <p:nvPr>
            <p:ph type="body" sz="quarter" idx="18"/>
          </p:nvPr>
        </p:nvSpPr>
        <p:spPr>
          <a:xfrm>
            <a:off x="9326880" y="1481328"/>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4" name="Text Placeholder 15">
            <a:extLst>
              <a:ext uri="{FF2B5EF4-FFF2-40B4-BE49-F238E27FC236}">
                <a16:creationId xmlns:a16="http://schemas.microsoft.com/office/drawing/2014/main" id="{EB251253-703B-546E-AB34-52E0AE4AA63E}"/>
              </a:ext>
            </a:extLst>
          </p:cNvPr>
          <p:cNvSpPr>
            <a:spLocks noGrp="1"/>
          </p:cNvSpPr>
          <p:nvPr>
            <p:ph type="body" sz="quarter" idx="16"/>
          </p:nvPr>
        </p:nvSpPr>
        <p:spPr>
          <a:xfrm>
            <a:off x="9326880" y="3941064"/>
            <a:ext cx="2227344" cy="677817"/>
          </a:xfrm>
        </p:spPr>
        <p:txBody>
          <a:bodyPr lIns="0" tIns="0" rIns="0" bIns="0">
            <a:noAutofit/>
          </a:bodyPr>
          <a:lstStyle>
            <a:lvl1pPr marL="0" indent="0">
              <a:buNone/>
              <a:defRPr sz="1600" b="1" i="0">
                <a:solidFill>
                  <a:srgbClr val="C16548"/>
                </a:solidFill>
                <a:latin typeface="+mn-lt"/>
              </a:defRPr>
            </a:lvl1pPr>
          </a:lstStyle>
          <a:p>
            <a:pPr lvl="0"/>
            <a:r>
              <a:rPr lang="en-US" dirty="0"/>
              <a:t>Click to edit Master text styles</a:t>
            </a:r>
          </a:p>
        </p:txBody>
      </p:sp>
      <p:sp>
        <p:nvSpPr>
          <p:cNvPr id="21" name="Text Placeholder 18">
            <a:extLst>
              <a:ext uri="{FF2B5EF4-FFF2-40B4-BE49-F238E27FC236}">
                <a16:creationId xmlns:a16="http://schemas.microsoft.com/office/drawing/2014/main" id="{AAD5CDF0-03F4-067C-A930-F9EEE3F0E32B}"/>
              </a:ext>
            </a:extLst>
          </p:cNvPr>
          <p:cNvSpPr>
            <a:spLocks noGrp="1"/>
          </p:cNvSpPr>
          <p:nvPr>
            <p:ph type="body" sz="quarter" idx="26"/>
          </p:nvPr>
        </p:nvSpPr>
        <p:spPr>
          <a:xfrm>
            <a:off x="6428232" y="215798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2" name="Text Placeholder 18">
            <a:extLst>
              <a:ext uri="{FF2B5EF4-FFF2-40B4-BE49-F238E27FC236}">
                <a16:creationId xmlns:a16="http://schemas.microsoft.com/office/drawing/2014/main" id="{1EA0E8C0-9652-ED9C-4CD9-6B72392D6DF2}"/>
              </a:ext>
            </a:extLst>
          </p:cNvPr>
          <p:cNvSpPr>
            <a:spLocks noGrp="1"/>
          </p:cNvSpPr>
          <p:nvPr>
            <p:ph type="body" sz="quarter" idx="27"/>
          </p:nvPr>
        </p:nvSpPr>
        <p:spPr>
          <a:xfrm>
            <a:off x="6428232" y="462686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3" name="Text Placeholder 18">
            <a:extLst>
              <a:ext uri="{FF2B5EF4-FFF2-40B4-BE49-F238E27FC236}">
                <a16:creationId xmlns:a16="http://schemas.microsoft.com/office/drawing/2014/main" id="{50155057-5F64-A44D-EBB6-913EC89187C0}"/>
              </a:ext>
            </a:extLst>
          </p:cNvPr>
          <p:cNvSpPr>
            <a:spLocks noGrp="1"/>
          </p:cNvSpPr>
          <p:nvPr>
            <p:ph type="body" sz="quarter" idx="28"/>
          </p:nvPr>
        </p:nvSpPr>
        <p:spPr>
          <a:xfrm>
            <a:off x="9326880" y="215798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0" name="Text Placeholder 18">
            <a:extLst>
              <a:ext uri="{FF2B5EF4-FFF2-40B4-BE49-F238E27FC236}">
                <a16:creationId xmlns:a16="http://schemas.microsoft.com/office/drawing/2014/main" id="{095532FA-0A0C-CF19-D640-F92609A78223}"/>
              </a:ext>
            </a:extLst>
          </p:cNvPr>
          <p:cNvSpPr>
            <a:spLocks noGrp="1"/>
          </p:cNvSpPr>
          <p:nvPr>
            <p:ph type="body" sz="quarter" idx="25"/>
          </p:nvPr>
        </p:nvSpPr>
        <p:spPr>
          <a:xfrm>
            <a:off x="9326880" y="4626864"/>
            <a:ext cx="2227344" cy="1645920"/>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2086189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accent2"/>
        </a:solidFill>
        <a:effectLst/>
      </p:bgPr>
    </p:bg>
    <p:spTree>
      <p:nvGrpSpPr>
        <p:cNvPr id="1" name=""/>
        <p:cNvGrpSpPr/>
        <p:nvPr/>
      </p:nvGrpSpPr>
      <p:grpSpPr>
        <a:xfrm>
          <a:off x="0" y="0"/>
          <a:ext cx="0" cy="0"/>
          <a:chOff x="0" y="0"/>
          <a:chExt cx="0" cy="0"/>
        </a:xfrm>
      </p:grpSpPr>
      <p:sp>
        <p:nvSpPr>
          <p:cNvPr id="15" name="Picture Placeholder 26">
            <a:extLst>
              <a:ext uri="{FF2B5EF4-FFF2-40B4-BE49-F238E27FC236}">
                <a16:creationId xmlns:a16="http://schemas.microsoft.com/office/drawing/2014/main" id="{6A67D644-32E7-08DE-4A04-59BC59DA67E6}"/>
              </a:ext>
            </a:extLst>
          </p:cNvPr>
          <p:cNvSpPr>
            <a:spLocks noGrp="1"/>
          </p:cNvSpPr>
          <p:nvPr>
            <p:ph type="pic" sz="quarter" idx="10"/>
          </p:nvPr>
        </p:nvSpPr>
        <p:spPr>
          <a:xfrm>
            <a:off x="3923536" y="697867"/>
            <a:ext cx="4344928" cy="5462266"/>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3"/>
          </a:solidFill>
        </p:spPr>
        <p:txBody>
          <a:bodyPr wrap="square" anchor="ctr">
            <a:noAutofit/>
          </a:bodyPr>
          <a:lstStyle>
            <a:lvl1pPr marL="0" indent="0" algn="ctr">
              <a:buNone/>
              <a:defRPr sz="1400" b="0" i="0">
                <a:latin typeface="+mn-lt"/>
              </a:defRPr>
            </a:lvl1pPr>
          </a:lstStyle>
          <a:p>
            <a:endParaRPr lang="en-US" dirty="0"/>
          </a:p>
        </p:txBody>
      </p:sp>
      <p:sp>
        <p:nvSpPr>
          <p:cNvPr id="2" name="Title 1">
            <a:extLst>
              <a:ext uri="{FF2B5EF4-FFF2-40B4-BE49-F238E27FC236}">
                <a16:creationId xmlns:a16="http://schemas.microsoft.com/office/drawing/2014/main" id="{E5736C06-E9E1-16BE-139D-B69DCBBD28E1}"/>
              </a:ext>
            </a:extLst>
          </p:cNvPr>
          <p:cNvSpPr>
            <a:spLocks noGrp="1"/>
          </p:cNvSpPr>
          <p:nvPr>
            <p:ph type="title" hasCustomPrompt="1"/>
          </p:nvPr>
        </p:nvSpPr>
        <p:spPr>
          <a:xfrm>
            <a:off x="838200" y="0"/>
            <a:ext cx="10515600" cy="1736204"/>
          </a:xfrm>
        </p:spPr>
        <p:txBody>
          <a:bodyPr anchor="ctr">
            <a:noAutofit/>
          </a:bodyPr>
          <a:lstStyle>
            <a:lvl1pPr algn="ctr">
              <a:defRPr sz="8000">
                <a:solidFill>
                  <a:schemeClr val="accent1"/>
                </a:solidFill>
                <a:latin typeface="+mj-lt"/>
              </a:defRPr>
            </a:lvl1pPr>
          </a:lstStyle>
          <a:p>
            <a:r>
              <a:rPr lang="en-US" dirty="0"/>
              <a:t>Master title</a:t>
            </a:r>
          </a:p>
        </p:txBody>
      </p:sp>
      <p:sp>
        <p:nvSpPr>
          <p:cNvPr id="6" name="Text Placeholder 5">
            <a:extLst>
              <a:ext uri="{FF2B5EF4-FFF2-40B4-BE49-F238E27FC236}">
                <a16:creationId xmlns:a16="http://schemas.microsoft.com/office/drawing/2014/main" id="{C21A91CD-FAA1-12A5-36FC-FB6877A5CFCD}"/>
              </a:ext>
            </a:extLst>
          </p:cNvPr>
          <p:cNvSpPr>
            <a:spLocks noGrp="1"/>
          </p:cNvSpPr>
          <p:nvPr>
            <p:ph type="body" sz="quarter" idx="11" hasCustomPrompt="1"/>
          </p:nvPr>
        </p:nvSpPr>
        <p:spPr>
          <a:xfrm>
            <a:off x="837235" y="5501848"/>
            <a:ext cx="10515600" cy="1356152"/>
          </a:xfrm>
        </p:spPr>
        <p:txBody>
          <a:bodyPr anchor="ctr">
            <a:noAutofit/>
          </a:bodyPr>
          <a:lstStyle>
            <a:lvl1pPr marL="0" indent="0" algn="ctr">
              <a:buNone/>
              <a:defRPr sz="8000" b="0" spc="500" baseline="0">
                <a:solidFill>
                  <a:schemeClr val="accent1"/>
                </a:solidFill>
                <a:latin typeface="+mj-lt"/>
              </a:defRPr>
            </a:lvl1pPr>
          </a:lstStyle>
          <a:p>
            <a:r>
              <a:rPr lang="en-US" dirty="0"/>
              <a:t>Master title</a:t>
            </a:r>
            <a:endParaRPr lang="en-US" dirty="0">
              <a:solidFill>
                <a:schemeClr val="accent1"/>
              </a:solidFill>
            </a:endParaRPr>
          </a:p>
        </p:txBody>
      </p:sp>
    </p:spTree>
    <p:extLst>
      <p:ext uri="{BB962C8B-B14F-4D97-AF65-F5344CB8AC3E}">
        <p14:creationId xmlns:p14="http://schemas.microsoft.com/office/powerpoint/2010/main" val="2937960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accent3"/>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10349A9-96E5-48EF-811D-326560B8C152}"/>
              </a:ext>
            </a:extLst>
          </p:cNvPr>
          <p:cNvSpPr>
            <a:spLocks noGrp="1"/>
          </p:cNvSpPr>
          <p:nvPr>
            <p:ph type="title" hasCustomPrompt="1"/>
          </p:nvPr>
        </p:nvSpPr>
        <p:spPr>
          <a:xfrm>
            <a:off x="5590572" y="1188358"/>
            <a:ext cx="5962964" cy="1335273"/>
          </a:xfrm>
        </p:spPr>
        <p:txBody>
          <a:bodyPr lIns="0" tIns="0" rIns="0" bIns="0" anchor="t">
            <a:noAutofit/>
          </a:bodyPr>
          <a:lstStyle>
            <a:lvl1pPr>
              <a:defRPr sz="5500">
                <a:solidFill>
                  <a:schemeClr val="accent4"/>
                </a:solidFill>
                <a:latin typeface="+mj-lt"/>
              </a:defRPr>
            </a:lvl1pPr>
          </a:lstStyle>
          <a:p>
            <a:r>
              <a:rPr lang="en-US" dirty="0"/>
              <a:t>Master title style</a:t>
            </a:r>
          </a:p>
        </p:txBody>
      </p:sp>
      <p:sp>
        <p:nvSpPr>
          <p:cNvPr id="15" name="Picture Placeholder 26">
            <a:extLst>
              <a:ext uri="{FF2B5EF4-FFF2-40B4-BE49-F238E27FC236}">
                <a16:creationId xmlns:a16="http://schemas.microsoft.com/office/drawing/2014/main" id="{E0689DF6-C6F5-534C-0D45-ED59D0031289}"/>
              </a:ext>
            </a:extLst>
          </p:cNvPr>
          <p:cNvSpPr>
            <a:spLocks noGrp="1"/>
          </p:cNvSpPr>
          <p:nvPr>
            <p:ph type="pic" sz="quarter" idx="10"/>
          </p:nvPr>
        </p:nvSpPr>
        <p:spPr>
          <a:xfrm>
            <a:off x="838200" y="860958"/>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2"/>
          </a:solidFill>
        </p:spPr>
        <p:txBody>
          <a:bodyPr wrap="square" anchor="ctr">
            <a:noAutofit/>
          </a:bodyPr>
          <a:lstStyle>
            <a:lvl1pPr marL="0" indent="0" algn="ctr">
              <a:buNone/>
              <a:defRPr sz="1400" b="0" i="0">
                <a:latin typeface="+mn-lt"/>
              </a:defRPr>
            </a:lvl1pPr>
          </a:lstStyle>
          <a:p>
            <a:endParaRPr lang="en-US" dirty="0"/>
          </a:p>
        </p:txBody>
      </p:sp>
      <p:sp>
        <p:nvSpPr>
          <p:cNvPr id="24" name="Text Placeholder 15">
            <a:extLst>
              <a:ext uri="{FF2B5EF4-FFF2-40B4-BE49-F238E27FC236}">
                <a16:creationId xmlns:a16="http://schemas.microsoft.com/office/drawing/2014/main" id="{EB251253-703B-546E-AB34-52E0AE4AA63E}"/>
              </a:ext>
            </a:extLst>
          </p:cNvPr>
          <p:cNvSpPr>
            <a:spLocks noGrp="1"/>
          </p:cNvSpPr>
          <p:nvPr>
            <p:ph type="body" sz="quarter" idx="16"/>
          </p:nvPr>
        </p:nvSpPr>
        <p:spPr>
          <a:xfrm>
            <a:off x="5590571" y="3000733"/>
            <a:ext cx="5763227" cy="2996309"/>
          </a:xfrm>
        </p:spPr>
        <p:txBody>
          <a:bodyPr lIns="0" tIns="0" rIns="0" bIns="0">
            <a:noAutofit/>
          </a:bodyPr>
          <a:lstStyle>
            <a:lvl1pPr marL="285750" indent="-285750">
              <a:buFont typeface="Arial" panose="020B0604020202020204" pitchFamily="34" charset="0"/>
              <a:buChar char="•"/>
              <a:defRPr sz="1600" b="1" i="0">
                <a:solidFill>
                  <a:srgbClr val="C16548"/>
                </a:solidFill>
                <a:latin typeface="+mn-lt"/>
              </a:defRPr>
            </a:lvl1pPr>
          </a:lstStyle>
          <a:p>
            <a:pPr lvl="0"/>
            <a:r>
              <a:rPr lang="en-US" dirty="0"/>
              <a:t>Click to edit Master text styles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to edit Master text styles</a:t>
            </a:r>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61857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192137"/>
          </a:xfrm>
        </p:spPr>
        <p:txBody>
          <a:bodyPr lIns="0" tIns="0" rIns="0" bIns="0" anchor="t"/>
          <a:lstStyle>
            <a:lvl1pPr algn="ctr">
              <a:defRPr sz="5500">
                <a:solidFill>
                  <a:schemeClr val="accent4"/>
                </a:solidFill>
              </a:defRPr>
            </a:lvl1pPr>
          </a:lstStyle>
          <a:p>
            <a:r>
              <a:rPr lang="en-US" dirty="0"/>
              <a:t>Click to edit Master</a:t>
            </a:r>
          </a:p>
        </p:txBody>
      </p:sp>
      <p:sp>
        <p:nvSpPr>
          <p:cNvPr id="15" name="Text Placeholder 15">
            <a:extLst>
              <a:ext uri="{FF2B5EF4-FFF2-40B4-BE49-F238E27FC236}">
                <a16:creationId xmlns:a16="http://schemas.microsoft.com/office/drawing/2014/main" id="{08E835A2-9A63-E732-F9E2-A4F4914B1769}"/>
              </a:ext>
            </a:extLst>
          </p:cNvPr>
          <p:cNvSpPr>
            <a:spLocks noGrp="1"/>
          </p:cNvSpPr>
          <p:nvPr>
            <p:ph type="body" sz="quarter" idx="24" hasCustomPrompt="1"/>
          </p:nvPr>
        </p:nvSpPr>
        <p:spPr>
          <a:xfrm>
            <a:off x="636455" y="1834688"/>
            <a:ext cx="5310927" cy="723085"/>
          </a:xfrm>
          <a:solidFill>
            <a:schemeClr val="accent4"/>
          </a:solidFill>
          <a:ln>
            <a:solidFill>
              <a:schemeClr val="accent4"/>
            </a:solidFill>
          </a:ln>
        </p:spPr>
        <p:txBody>
          <a:bodyPr lIns="0" tIns="0" rIns="0" bIns="0" anchor="ctr">
            <a:noAutofit/>
          </a:bodyPr>
          <a:lstStyle>
            <a:lvl1pPr marL="0" indent="0" algn="ctr">
              <a:buNone/>
              <a:defRPr sz="2400" b="0" i="0" spc="500" baseline="0">
                <a:solidFill>
                  <a:schemeClr val="bg1"/>
                </a:solidFill>
                <a:latin typeface="+mj-lt"/>
              </a:defRPr>
            </a:lvl1pPr>
          </a:lstStyle>
          <a:p>
            <a:pPr lvl="0"/>
            <a:r>
              <a:rPr lang="en-US" dirty="0"/>
              <a:t>Master text styles</a:t>
            </a:r>
          </a:p>
        </p:txBody>
      </p:sp>
      <p:sp>
        <p:nvSpPr>
          <p:cNvPr id="27" name="Text Placeholder 15">
            <a:extLst>
              <a:ext uri="{FF2B5EF4-FFF2-40B4-BE49-F238E27FC236}">
                <a16:creationId xmlns:a16="http://schemas.microsoft.com/office/drawing/2014/main" id="{7CA4D69F-DA63-104E-3FB3-1F2D82C3B599}"/>
              </a:ext>
            </a:extLst>
          </p:cNvPr>
          <p:cNvSpPr>
            <a:spLocks noGrp="1"/>
          </p:cNvSpPr>
          <p:nvPr>
            <p:ph type="body" sz="quarter" idx="40" hasCustomPrompt="1"/>
          </p:nvPr>
        </p:nvSpPr>
        <p:spPr>
          <a:xfrm>
            <a:off x="6244466" y="1834688"/>
            <a:ext cx="5310927" cy="723085"/>
          </a:xfrm>
          <a:solidFill>
            <a:schemeClr val="accent1"/>
          </a:solidFill>
          <a:ln>
            <a:solidFill>
              <a:schemeClr val="accent1"/>
            </a:solidFill>
          </a:ln>
        </p:spPr>
        <p:txBody>
          <a:bodyPr lIns="0" tIns="0" rIns="0" bIns="0" anchor="ctr">
            <a:noAutofit/>
          </a:bodyPr>
          <a:lstStyle>
            <a:lvl1pPr marL="0" indent="0" algn="ctr">
              <a:buNone/>
              <a:defRPr sz="2400" b="0" i="0" spc="500" baseline="0">
                <a:solidFill>
                  <a:schemeClr val="bg1"/>
                </a:solidFill>
                <a:latin typeface="+mj-lt"/>
              </a:defRPr>
            </a:lvl1pPr>
          </a:lstStyle>
          <a:p>
            <a:pPr lvl="0"/>
            <a:r>
              <a:rPr lang="en-US" dirty="0"/>
              <a:t>Master text styles</a:t>
            </a:r>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hasCustomPrompt="1"/>
          </p:nvPr>
        </p:nvSpPr>
        <p:spPr>
          <a:xfrm>
            <a:off x="636455" y="2557773"/>
            <a:ext cx="1769072"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34" name="Text Placeholder 15">
            <a:extLst>
              <a:ext uri="{FF2B5EF4-FFF2-40B4-BE49-F238E27FC236}">
                <a16:creationId xmlns:a16="http://schemas.microsoft.com/office/drawing/2014/main" id="{CAC50623-C141-FF48-2679-AD0F48D51D1E}"/>
              </a:ext>
            </a:extLst>
          </p:cNvPr>
          <p:cNvSpPr>
            <a:spLocks noGrp="1"/>
          </p:cNvSpPr>
          <p:nvPr>
            <p:ph type="body" sz="quarter" idx="25" hasCustomPrompt="1"/>
          </p:nvPr>
        </p:nvSpPr>
        <p:spPr>
          <a:xfrm>
            <a:off x="2405526" y="2557773"/>
            <a:ext cx="1772935"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35" name="Text Placeholder 15">
            <a:extLst>
              <a:ext uri="{FF2B5EF4-FFF2-40B4-BE49-F238E27FC236}">
                <a16:creationId xmlns:a16="http://schemas.microsoft.com/office/drawing/2014/main" id="{FAAA39D6-45B2-A7D3-5DC3-C2459FFFC140}"/>
              </a:ext>
            </a:extLst>
          </p:cNvPr>
          <p:cNvSpPr>
            <a:spLocks noGrp="1"/>
          </p:cNvSpPr>
          <p:nvPr>
            <p:ph type="body" sz="quarter" idx="26" hasCustomPrompt="1"/>
          </p:nvPr>
        </p:nvSpPr>
        <p:spPr>
          <a:xfrm>
            <a:off x="4178310" y="2557773"/>
            <a:ext cx="1769072" cy="425705"/>
          </a:xfrm>
          <a:solidFill>
            <a:schemeClr val="accent4">
              <a:lumMod val="20000"/>
              <a:lumOff val="80000"/>
            </a:schemeClr>
          </a:solidFill>
          <a:ln>
            <a:solidFill>
              <a:schemeClr val="accent4"/>
            </a:solidFill>
          </a:ln>
        </p:spPr>
        <p:txBody>
          <a:bodyPr lIns="91440" tIns="91440" rIns="91440" bIns="91440" anchor="ctr">
            <a:noAutofit/>
          </a:bodyPr>
          <a:lstStyle>
            <a:lvl1pPr marL="0" indent="0" algn="ctr">
              <a:buNone/>
              <a:defRPr sz="1600" b="0" i="0">
                <a:solidFill>
                  <a:schemeClr val="accent4"/>
                </a:solidFill>
                <a:latin typeface="+mn-lt"/>
              </a:defRPr>
            </a:lvl1pPr>
          </a:lstStyle>
          <a:p>
            <a:pPr lvl="0"/>
            <a:r>
              <a:rPr lang="en-US" dirty="0"/>
              <a:t>Master text</a:t>
            </a:r>
          </a:p>
        </p:txBody>
      </p:sp>
      <p:sp>
        <p:nvSpPr>
          <p:cNvPr id="26" name="Text Placeholder 15">
            <a:extLst>
              <a:ext uri="{FF2B5EF4-FFF2-40B4-BE49-F238E27FC236}">
                <a16:creationId xmlns:a16="http://schemas.microsoft.com/office/drawing/2014/main" id="{08456420-6A32-6316-DB13-BD852A1B7ECC}"/>
              </a:ext>
            </a:extLst>
          </p:cNvPr>
          <p:cNvSpPr>
            <a:spLocks noGrp="1"/>
          </p:cNvSpPr>
          <p:nvPr>
            <p:ph type="body" sz="quarter" idx="39" hasCustomPrompt="1"/>
          </p:nvPr>
        </p:nvSpPr>
        <p:spPr>
          <a:xfrm>
            <a:off x="6244466" y="2557773"/>
            <a:ext cx="1769072"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8" name="Text Placeholder 15">
            <a:extLst>
              <a:ext uri="{FF2B5EF4-FFF2-40B4-BE49-F238E27FC236}">
                <a16:creationId xmlns:a16="http://schemas.microsoft.com/office/drawing/2014/main" id="{4006011E-82D1-0E59-8663-132BB94A82AD}"/>
              </a:ext>
            </a:extLst>
          </p:cNvPr>
          <p:cNvSpPr>
            <a:spLocks noGrp="1"/>
          </p:cNvSpPr>
          <p:nvPr>
            <p:ph type="body" sz="quarter" idx="41" hasCustomPrompt="1"/>
          </p:nvPr>
        </p:nvSpPr>
        <p:spPr>
          <a:xfrm>
            <a:off x="8013537" y="2557773"/>
            <a:ext cx="1772935"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9" name="Text Placeholder 15">
            <a:extLst>
              <a:ext uri="{FF2B5EF4-FFF2-40B4-BE49-F238E27FC236}">
                <a16:creationId xmlns:a16="http://schemas.microsoft.com/office/drawing/2014/main" id="{979E2337-5EFF-E5EE-D81F-00E835015F4B}"/>
              </a:ext>
            </a:extLst>
          </p:cNvPr>
          <p:cNvSpPr>
            <a:spLocks noGrp="1"/>
          </p:cNvSpPr>
          <p:nvPr>
            <p:ph type="body" sz="quarter" idx="42" hasCustomPrompt="1"/>
          </p:nvPr>
        </p:nvSpPr>
        <p:spPr>
          <a:xfrm>
            <a:off x="9786321" y="2557773"/>
            <a:ext cx="1769072" cy="425705"/>
          </a:xfrm>
          <a:solidFill>
            <a:schemeClr val="accent2"/>
          </a:solidFill>
          <a:ln>
            <a:solidFill>
              <a:schemeClr val="accent1"/>
            </a:solidFill>
          </a:ln>
        </p:spPr>
        <p:txBody>
          <a:bodyPr lIns="91440" tIns="91440" rIns="91440" bIns="91440" anchor="ctr">
            <a:noAutofit/>
          </a:bodyPr>
          <a:lstStyle>
            <a:lvl1pPr marL="0" indent="0" algn="ctr">
              <a:buNone/>
              <a:defRPr sz="1600" b="0" i="0">
                <a:solidFill>
                  <a:schemeClr val="accent1"/>
                </a:solidFill>
                <a:latin typeface="+mn-lt"/>
              </a:defRPr>
            </a:lvl1pPr>
          </a:lstStyle>
          <a:p>
            <a:pPr lvl="0"/>
            <a:r>
              <a:rPr lang="en-US" dirty="0"/>
              <a:t>Master text</a:t>
            </a:r>
          </a:p>
        </p:txBody>
      </p:sp>
      <p:sp>
        <p:nvSpPr>
          <p:cNvPr id="20" name="Text Placeholder 18">
            <a:extLst>
              <a:ext uri="{FF2B5EF4-FFF2-40B4-BE49-F238E27FC236}">
                <a16:creationId xmlns:a16="http://schemas.microsoft.com/office/drawing/2014/main" id="{BAB66CF5-0D1B-FF68-BB2E-8A5D28F0BC56}"/>
              </a:ext>
            </a:extLst>
          </p:cNvPr>
          <p:cNvSpPr>
            <a:spLocks noGrp="1"/>
          </p:cNvSpPr>
          <p:nvPr>
            <p:ph type="body" sz="quarter" idx="36"/>
          </p:nvPr>
        </p:nvSpPr>
        <p:spPr>
          <a:xfrm>
            <a:off x="636455" y="2983478"/>
            <a:ext cx="1769071"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21" name="Text Placeholder 18">
            <a:extLst>
              <a:ext uri="{FF2B5EF4-FFF2-40B4-BE49-F238E27FC236}">
                <a16:creationId xmlns:a16="http://schemas.microsoft.com/office/drawing/2014/main" id="{52E7EFCE-36D7-CF86-2FEF-E3734FE9950E}"/>
              </a:ext>
            </a:extLst>
          </p:cNvPr>
          <p:cNvSpPr>
            <a:spLocks noGrp="1"/>
          </p:cNvSpPr>
          <p:nvPr>
            <p:ph type="body" sz="quarter" idx="37"/>
          </p:nvPr>
        </p:nvSpPr>
        <p:spPr>
          <a:xfrm>
            <a:off x="2405295" y="2983478"/>
            <a:ext cx="1772935"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22" name="Text Placeholder 18">
            <a:extLst>
              <a:ext uri="{FF2B5EF4-FFF2-40B4-BE49-F238E27FC236}">
                <a16:creationId xmlns:a16="http://schemas.microsoft.com/office/drawing/2014/main" id="{6E1DCC08-6799-A1AC-28C2-A872BAF1E55A}"/>
              </a:ext>
            </a:extLst>
          </p:cNvPr>
          <p:cNvSpPr>
            <a:spLocks noGrp="1"/>
          </p:cNvSpPr>
          <p:nvPr>
            <p:ph type="body" sz="quarter" idx="38"/>
          </p:nvPr>
        </p:nvSpPr>
        <p:spPr>
          <a:xfrm>
            <a:off x="4178463" y="2983478"/>
            <a:ext cx="1768919" cy="2707233"/>
          </a:xfrm>
          <a:ln>
            <a:solidFill>
              <a:schemeClr val="accent4"/>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4"/>
                </a:solidFill>
                <a:latin typeface="+mn-lt"/>
              </a:defRPr>
            </a:lvl1pPr>
          </a:lstStyle>
          <a:p>
            <a:pPr lvl="0"/>
            <a:r>
              <a:rPr lang="en-US" dirty="0"/>
              <a:t>Click to edit Master text styles</a:t>
            </a:r>
          </a:p>
        </p:txBody>
      </p:sp>
      <p:sp>
        <p:nvSpPr>
          <p:cNvPr id="30" name="Text Placeholder 18">
            <a:extLst>
              <a:ext uri="{FF2B5EF4-FFF2-40B4-BE49-F238E27FC236}">
                <a16:creationId xmlns:a16="http://schemas.microsoft.com/office/drawing/2014/main" id="{CE1BF705-AAB1-D537-2C0D-A795D1D4D176}"/>
              </a:ext>
            </a:extLst>
          </p:cNvPr>
          <p:cNvSpPr>
            <a:spLocks noGrp="1"/>
          </p:cNvSpPr>
          <p:nvPr>
            <p:ph type="body" sz="quarter" idx="43"/>
          </p:nvPr>
        </p:nvSpPr>
        <p:spPr>
          <a:xfrm>
            <a:off x="6244466" y="2983478"/>
            <a:ext cx="1769071"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1" name="Text Placeholder 18">
            <a:extLst>
              <a:ext uri="{FF2B5EF4-FFF2-40B4-BE49-F238E27FC236}">
                <a16:creationId xmlns:a16="http://schemas.microsoft.com/office/drawing/2014/main" id="{5F504EFC-46D9-97D5-DA53-4D8EB52D1340}"/>
              </a:ext>
            </a:extLst>
          </p:cNvPr>
          <p:cNvSpPr>
            <a:spLocks noGrp="1"/>
          </p:cNvSpPr>
          <p:nvPr>
            <p:ph type="body" sz="quarter" idx="44"/>
          </p:nvPr>
        </p:nvSpPr>
        <p:spPr>
          <a:xfrm>
            <a:off x="8013306" y="2983478"/>
            <a:ext cx="1772935"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2" name="Text Placeholder 18">
            <a:extLst>
              <a:ext uri="{FF2B5EF4-FFF2-40B4-BE49-F238E27FC236}">
                <a16:creationId xmlns:a16="http://schemas.microsoft.com/office/drawing/2014/main" id="{C1231552-C2DF-2460-9DCB-33B1379D7509}"/>
              </a:ext>
            </a:extLst>
          </p:cNvPr>
          <p:cNvSpPr>
            <a:spLocks noGrp="1"/>
          </p:cNvSpPr>
          <p:nvPr>
            <p:ph type="body" sz="quarter" idx="45"/>
          </p:nvPr>
        </p:nvSpPr>
        <p:spPr>
          <a:xfrm>
            <a:off x="9786474" y="2983478"/>
            <a:ext cx="1768919" cy="2707233"/>
          </a:xfrm>
          <a:ln>
            <a:solidFill>
              <a:schemeClr val="accent1"/>
            </a:solidFill>
          </a:ln>
        </p:spPr>
        <p:txBody>
          <a:bodyPr lIns="182880" tIns="182880" rIns="182880" bIns="182880">
            <a:noAutofit/>
          </a:bodyPr>
          <a:lstStyle>
            <a:lvl1pPr marL="171450" indent="-171450">
              <a:lnSpc>
                <a:spcPct val="150000"/>
              </a:lnSpc>
              <a:buFont typeface="Arial" panose="020B0604020202020204" pitchFamily="34" charset="0"/>
              <a:buChar char="•"/>
              <a:defRPr sz="1200" b="0" i="0" spc="50" baseline="0">
                <a:solidFill>
                  <a:schemeClr val="accent1"/>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361783408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26" name="Content Placeholder 2">
            <a:extLst>
              <a:ext uri="{FF2B5EF4-FFF2-40B4-BE49-F238E27FC236}">
                <a16:creationId xmlns:a16="http://schemas.microsoft.com/office/drawing/2014/main" id="{87B17915-F2EE-16C0-9704-09115209610D}"/>
              </a:ext>
            </a:extLst>
          </p:cNvPr>
          <p:cNvSpPr>
            <a:spLocks noGrp="1"/>
          </p:cNvSpPr>
          <p:nvPr>
            <p:ph idx="1" hasCustomPrompt="1"/>
          </p:nvPr>
        </p:nvSpPr>
        <p:spPr>
          <a:xfrm>
            <a:off x="512064" y="1655064"/>
            <a:ext cx="11164824" cy="4599432"/>
          </a:xfrm>
        </p:spPr>
        <p:txBody>
          <a:bodyPr>
            <a:noAutofit/>
          </a:bodyPr>
          <a:lstStyle>
            <a:lvl1pPr>
              <a:defRPr sz="3200"/>
            </a:lvl1pPr>
            <a:lvl2pPr marL="457200" indent="0" algn="l">
              <a:buNone/>
              <a:defRPr sz="1400"/>
            </a:lvl2pPr>
            <a:lvl3pPr>
              <a:defRPr sz="2400"/>
            </a:lvl3pPr>
            <a:lvl4pPr>
              <a:defRPr sz="2000"/>
            </a:lvl4pPr>
            <a:lvl5pPr>
              <a:defRPr sz="2000"/>
            </a:lvl5pPr>
            <a:lvl6pPr>
              <a:defRPr sz="2000"/>
            </a:lvl6pPr>
            <a:lvl7pPr>
              <a:defRPr sz="2000"/>
            </a:lvl7pPr>
            <a:lvl8pPr>
              <a:defRPr sz="2000"/>
            </a:lvl8pPr>
            <a:lvl9pPr>
              <a:defRPr sz="2000"/>
            </a:lvl9pPr>
          </a:lstStyle>
          <a:p>
            <a:pPr lvl="1"/>
            <a:r>
              <a:rPr lang="en-US" dirty="0"/>
              <a:t>Smart Graphic</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240999577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19" name="Text Placeholder 7">
            <a:extLst>
              <a:ext uri="{FF2B5EF4-FFF2-40B4-BE49-F238E27FC236}">
                <a16:creationId xmlns:a16="http://schemas.microsoft.com/office/drawing/2014/main" id="{2A29FDC8-4969-6E0E-767C-B89B08D3D23D}"/>
              </a:ext>
            </a:extLst>
          </p:cNvPr>
          <p:cNvSpPr>
            <a:spLocks noGrp="1"/>
          </p:cNvSpPr>
          <p:nvPr>
            <p:ph type="body" sz="quarter" idx="26" hasCustomPrompt="1"/>
          </p:nvPr>
        </p:nvSpPr>
        <p:spPr>
          <a:xfrm>
            <a:off x="622336" y="2195513"/>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7" name="Text Placeholder 18">
            <a:extLst>
              <a:ext uri="{FF2B5EF4-FFF2-40B4-BE49-F238E27FC236}">
                <a16:creationId xmlns:a16="http://schemas.microsoft.com/office/drawing/2014/main" id="{894B01F3-B2C5-4835-6EF9-A40EB060128A}"/>
              </a:ext>
            </a:extLst>
          </p:cNvPr>
          <p:cNvSpPr>
            <a:spLocks noGrp="1"/>
          </p:cNvSpPr>
          <p:nvPr>
            <p:ph type="body" sz="quarter" idx="15"/>
          </p:nvPr>
        </p:nvSpPr>
        <p:spPr>
          <a:xfrm>
            <a:off x="1555389"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0" name="Text Placeholder 7">
            <a:extLst>
              <a:ext uri="{FF2B5EF4-FFF2-40B4-BE49-F238E27FC236}">
                <a16:creationId xmlns:a16="http://schemas.microsoft.com/office/drawing/2014/main" id="{49CE4F9C-B2A8-323E-0B57-0B8FD348FA13}"/>
              </a:ext>
            </a:extLst>
          </p:cNvPr>
          <p:cNvSpPr>
            <a:spLocks noGrp="1"/>
          </p:cNvSpPr>
          <p:nvPr>
            <p:ph type="body" sz="quarter" idx="27" hasCustomPrompt="1"/>
          </p:nvPr>
        </p:nvSpPr>
        <p:spPr>
          <a:xfrm>
            <a:off x="3820511" y="2196231"/>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13" name="Text Placeholder 18">
            <a:extLst>
              <a:ext uri="{FF2B5EF4-FFF2-40B4-BE49-F238E27FC236}">
                <a16:creationId xmlns:a16="http://schemas.microsoft.com/office/drawing/2014/main" id="{E9B260B4-D1BC-635B-D388-0E1A9CF2C18E}"/>
              </a:ext>
            </a:extLst>
          </p:cNvPr>
          <p:cNvSpPr>
            <a:spLocks noGrp="1"/>
          </p:cNvSpPr>
          <p:nvPr>
            <p:ph type="body" sz="quarter" idx="24"/>
          </p:nvPr>
        </p:nvSpPr>
        <p:spPr>
          <a:xfrm>
            <a:off x="5830848"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21" name="Text Placeholder 7">
            <a:extLst>
              <a:ext uri="{FF2B5EF4-FFF2-40B4-BE49-F238E27FC236}">
                <a16:creationId xmlns:a16="http://schemas.microsoft.com/office/drawing/2014/main" id="{6470C7D3-57C4-0583-E642-C6AB3565F67F}"/>
              </a:ext>
            </a:extLst>
          </p:cNvPr>
          <p:cNvSpPr>
            <a:spLocks noGrp="1"/>
          </p:cNvSpPr>
          <p:nvPr>
            <p:ph type="body" sz="quarter" idx="28" hasCustomPrompt="1"/>
          </p:nvPr>
        </p:nvSpPr>
        <p:spPr>
          <a:xfrm>
            <a:off x="7732902" y="2196231"/>
            <a:ext cx="1743075" cy="3884612"/>
          </a:xfrm>
          <a:noFill/>
        </p:spPr>
        <p:txBody>
          <a:bodyPr vert="horz" lIns="91440" tIns="45720" rIns="91440" bIns="45720" rtlCol="0" anchor="t">
            <a:noAutofit/>
          </a:bodyPr>
          <a:lstStyle>
            <a:lvl1pPr marL="0" indent="0">
              <a:buNone/>
              <a:defRPr lang="en-US" sz="30000" b="0" spc="500" dirty="0">
                <a:ln>
                  <a:noFill/>
                </a:ln>
                <a:solidFill>
                  <a:srgbClr val="C16548">
                    <a:alpha val="10000"/>
                  </a:srgbClr>
                </a:solidFill>
                <a:latin typeface="+mj-lt"/>
                <a:ea typeface="+mj-ea"/>
                <a:cs typeface="+mj-cs"/>
              </a:defRPr>
            </a:lvl1pPr>
          </a:lstStyle>
          <a:p>
            <a:pPr marL="914400" lvl="0" indent="-1143000">
              <a:spcBef>
                <a:spcPct val="0"/>
              </a:spcBef>
            </a:pPr>
            <a:r>
              <a:rPr lang="en-US" dirty="0"/>
              <a:t>0</a:t>
            </a:r>
          </a:p>
        </p:txBody>
      </p:sp>
      <p:sp>
        <p:nvSpPr>
          <p:cNvPr id="15" name="Text Placeholder 18">
            <a:extLst>
              <a:ext uri="{FF2B5EF4-FFF2-40B4-BE49-F238E27FC236}">
                <a16:creationId xmlns:a16="http://schemas.microsoft.com/office/drawing/2014/main" id="{6978037E-3163-1C71-E997-16A7D05981D2}"/>
              </a:ext>
            </a:extLst>
          </p:cNvPr>
          <p:cNvSpPr>
            <a:spLocks noGrp="1"/>
          </p:cNvSpPr>
          <p:nvPr>
            <p:ph type="body" sz="quarter" idx="25"/>
          </p:nvPr>
        </p:nvSpPr>
        <p:spPr>
          <a:xfrm>
            <a:off x="9810474" y="2703910"/>
            <a:ext cx="1743062" cy="2503346"/>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7076061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4"/>
        </a:solidFill>
        <a:effectLst/>
      </p:bgPr>
    </p:bg>
    <p:spTree>
      <p:nvGrpSpPr>
        <p:cNvPr id="1" name=""/>
        <p:cNvGrpSpPr/>
        <p:nvPr/>
      </p:nvGrpSpPr>
      <p:grpSpPr>
        <a:xfrm>
          <a:off x="0" y="0"/>
          <a:ext cx="0" cy="0"/>
          <a:chOff x="0" y="0"/>
          <a:chExt cx="0" cy="0"/>
        </a:xfrm>
      </p:grpSpPr>
      <p:sp>
        <p:nvSpPr>
          <p:cNvPr id="46" name="Text Placeholder 3">
            <a:extLst>
              <a:ext uri="{FF2B5EF4-FFF2-40B4-BE49-F238E27FC236}">
                <a16:creationId xmlns:a16="http://schemas.microsoft.com/office/drawing/2014/main" id="{575FF4D9-84C9-19DB-9830-B3FFCD6F520D}"/>
              </a:ext>
            </a:extLst>
          </p:cNvPr>
          <p:cNvSpPr>
            <a:spLocks noGrp="1"/>
          </p:cNvSpPr>
          <p:nvPr>
            <p:ph type="body" sz="quarter" idx="19" hasCustomPrompt="1"/>
          </p:nvPr>
        </p:nvSpPr>
        <p:spPr>
          <a:xfrm>
            <a:off x="0" y="-621792"/>
            <a:ext cx="12192000" cy="7825231"/>
          </a:xfrm>
        </p:spPr>
        <p:txBody>
          <a:bodyPr lIns="0" tIns="0" rIns="0" bIns="0">
            <a:noAutofit/>
          </a:bodyPr>
          <a:lstStyle>
            <a:lvl1pPr marL="0" indent="0" algn="ctr">
              <a:spcBef>
                <a:spcPts val="0"/>
              </a:spcBef>
              <a:buNone/>
              <a:defRPr sz="85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Master title</a:t>
            </a:r>
          </a:p>
        </p:txBody>
      </p:sp>
      <p:sp>
        <p:nvSpPr>
          <p:cNvPr id="15" name="Picture Placeholder 14">
            <a:extLst>
              <a:ext uri="{FF2B5EF4-FFF2-40B4-BE49-F238E27FC236}">
                <a16:creationId xmlns:a16="http://schemas.microsoft.com/office/drawing/2014/main" id="{878CB881-B4B6-F9E5-06B7-B87D6D53003E}"/>
              </a:ext>
            </a:extLst>
          </p:cNvPr>
          <p:cNvSpPr>
            <a:spLocks noGrp="1"/>
          </p:cNvSpPr>
          <p:nvPr>
            <p:ph type="pic" sz="quarter" idx="10"/>
          </p:nvPr>
        </p:nvSpPr>
        <p:spPr>
          <a:xfrm>
            <a:off x="3431067" y="-2"/>
            <a:ext cx="5329866" cy="6858002"/>
          </a:xfrm>
          <a:custGeom>
            <a:avLst/>
            <a:gdLst>
              <a:gd name="connsiteX0" fmla="*/ 1468671 w 5329866"/>
              <a:gd name="connsiteY0" fmla="*/ 0 h 6858002"/>
              <a:gd name="connsiteX1" fmla="*/ 3861196 w 5329866"/>
              <a:gd name="connsiteY1" fmla="*/ 0 h 6858002"/>
              <a:gd name="connsiteX2" fmla="*/ 3935199 w 5329866"/>
              <a:gd name="connsiteY2" fmla="*/ 35649 h 6858002"/>
              <a:gd name="connsiteX3" fmla="*/ 5329866 w 5329866"/>
              <a:gd name="connsiteY3" fmla="*/ 2378940 h 6858002"/>
              <a:gd name="connsiteX4" fmla="*/ 5326197 w 5329866"/>
              <a:gd name="connsiteY4" fmla="*/ 2451598 h 6858002"/>
              <a:gd name="connsiteX5" fmla="*/ 5329866 w 5329866"/>
              <a:gd name="connsiteY5" fmla="*/ 2451598 h 6858002"/>
              <a:gd name="connsiteX6" fmla="*/ 5329866 w 5329866"/>
              <a:gd name="connsiteY6" fmla="*/ 4479063 h 6858002"/>
              <a:gd name="connsiteX7" fmla="*/ 5329866 w 5329866"/>
              <a:gd name="connsiteY7" fmla="*/ 4613615 h 6858002"/>
              <a:gd name="connsiteX8" fmla="*/ 5323072 w 5329866"/>
              <a:gd name="connsiteY8" fmla="*/ 4613615 h 6858002"/>
              <a:gd name="connsiteX9" fmla="*/ 5316108 w 5329866"/>
              <a:gd name="connsiteY9" fmla="*/ 4751537 h 6858002"/>
              <a:gd name="connsiteX10" fmla="*/ 4074162 w 5329866"/>
              <a:gd name="connsiteY10" fmla="*/ 6741332 h 6858002"/>
              <a:gd name="connsiteX11" fmla="*/ 3866899 w 5329866"/>
              <a:gd name="connsiteY11" fmla="*/ 6858002 h 6858002"/>
              <a:gd name="connsiteX12" fmla="*/ 1462968 w 5329866"/>
              <a:gd name="connsiteY12" fmla="*/ 6858002 h 6858002"/>
              <a:gd name="connsiteX13" fmla="*/ 1255705 w 5329866"/>
              <a:gd name="connsiteY13" fmla="*/ 6741332 h 6858002"/>
              <a:gd name="connsiteX14" fmla="*/ 13759 w 5329866"/>
              <a:gd name="connsiteY14" fmla="*/ 4751537 h 6858002"/>
              <a:gd name="connsiteX15" fmla="*/ 6794 w 5329866"/>
              <a:gd name="connsiteY15" fmla="*/ 4613615 h 6858002"/>
              <a:gd name="connsiteX16" fmla="*/ 2 w 5329866"/>
              <a:gd name="connsiteY16" fmla="*/ 4613615 h 6858002"/>
              <a:gd name="connsiteX17" fmla="*/ 2 w 5329866"/>
              <a:gd name="connsiteY17" fmla="*/ 4479105 h 6858002"/>
              <a:gd name="connsiteX18" fmla="*/ 0 w 5329866"/>
              <a:gd name="connsiteY18" fmla="*/ 4479063 h 6858002"/>
              <a:gd name="connsiteX19" fmla="*/ 2 w 5329866"/>
              <a:gd name="connsiteY19" fmla="*/ 4479021 h 6858002"/>
              <a:gd name="connsiteX20" fmla="*/ 2 w 5329866"/>
              <a:gd name="connsiteY20" fmla="*/ 2451598 h 6858002"/>
              <a:gd name="connsiteX21" fmla="*/ 3670 w 5329866"/>
              <a:gd name="connsiteY21" fmla="*/ 2451598 h 6858002"/>
              <a:gd name="connsiteX22" fmla="*/ 0 w 5329866"/>
              <a:gd name="connsiteY22" fmla="*/ 2378940 h 6858002"/>
              <a:gd name="connsiteX23" fmla="*/ 1394668 w 5329866"/>
              <a:gd name="connsiteY23" fmla="*/ 35649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29866" h="6858002">
                <a:moveTo>
                  <a:pt x="1468671" y="0"/>
                </a:moveTo>
                <a:lnTo>
                  <a:pt x="3861196" y="0"/>
                </a:lnTo>
                <a:lnTo>
                  <a:pt x="3935199" y="35649"/>
                </a:lnTo>
                <a:cubicBezTo>
                  <a:pt x="4765925" y="486927"/>
                  <a:pt x="5329866" y="1367076"/>
                  <a:pt x="5329866" y="2378940"/>
                </a:cubicBezTo>
                <a:lnTo>
                  <a:pt x="5326197" y="2451598"/>
                </a:lnTo>
                <a:lnTo>
                  <a:pt x="5329866" y="2451598"/>
                </a:lnTo>
                <a:lnTo>
                  <a:pt x="5329866" y="4479063"/>
                </a:lnTo>
                <a:lnTo>
                  <a:pt x="5329866" y="4613615"/>
                </a:lnTo>
                <a:lnTo>
                  <a:pt x="5323072" y="4613615"/>
                </a:lnTo>
                <a:lnTo>
                  <a:pt x="5316108" y="4751537"/>
                </a:lnTo>
                <a:cubicBezTo>
                  <a:pt x="5230813" y="5591419"/>
                  <a:pt x="4755512" y="6316003"/>
                  <a:pt x="4074162" y="6741332"/>
                </a:cubicBezTo>
                <a:lnTo>
                  <a:pt x="3866899" y="6858002"/>
                </a:lnTo>
                <a:lnTo>
                  <a:pt x="1462968" y="6858002"/>
                </a:lnTo>
                <a:lnTo>
                  <a:pt x="1255705" y="6741332"/>
                </a:lnTo>
                <a:cubicBezTo>
                  <a:pt x="574355" y="6316003"/>
                  <a:pt x="99054" y="5591419"/>
                  <a:pt x="13759" y="4751537"/>
                </a:cubicBezTo>
                <a:lnTo>
                  <a:pt x="6794" y="4613615"/>
                </a:lnTo>
                <a:lnTo>
                  <a:pt x="2" y="4613615"/>
                </a:lnTo>
                <a:lnTo>
                  <a:pt x="2" y="4479105"/>
                </a:lnTo>
                <a:lnTo>
                  <a:pt x="0" y="4479063"/>
                </a:lnTo>
                <a:lnTo>
                  <a:pt x="2" y="4479021"/>
                </a:lnTo>
                <a:lnTo>
                  <a:pt x="2" y="2451598"/>
                </a:lnTo>
                <a:lnTo>
                  <a:pt x="3670" y="2451598"/>
                </a:lnTo>
                <a:lnTo>
                  <a:pt x="0" y="2378940"/>
                </a:lnTo>
                <a:cubicBezTo>
                  <a:pt x="0" y="1367076"/>
                  <a:pt x="563941" y="486927"/>
                  <a:pt x="1394668" y="35649"/>
                </a:cubicBezTo>
                <a:close/>
              </a:path>
            </a:pathLst>
          </a:custGeom>
          <a:solidFill>
            <a:schemeClr val="accent4">
              <a:lumMod val="60000"/>
              <a:lumOff val="40000"/>
            </a:schemeClr>
          </a:solidFill>
        </p:spPr>
        <p:txBody>
          <a:bodyPr wrap="square" anchor="ctr">
            <a:noAutofit/>
          </a:bodyPr>
          <a:lstStyle>
            <a:lvl1pPr marL="0" indent="0" algn="ctr">
              <a:buNone/>
              <a:defRPr sz="1400" b="0" i="0">
                <a:latin typeface="+mn-lt"/>
              </a:defRPr>
            </a:lvl1pPr>
          </a:lstStyle>
          <a:p>
            <a:endParaRPr lang="en-US" dirty="0"/>
          </a:p>
        </p:txBody>
      </p:sp>
      <p:sp>
        <p:nvSpPr>
          <p:cNvPr id="14" name="Title 2">
            <a:extLst>
              <a:ext uri="{FF2B5EF4-FFF2-40B4-BE49-F238E27FC236}">
                <a16:creationId xmlns:a16="http://schemas.microsoft.com/office/drawing/2014/main" id="{B731088F-47E0-33BA-856D-6E68D4A69ACE}"/>
              </a:ext>
            </a:extLst>
          </p:cNvPr>
          <p:cNvSpPr>
            <a:spLocks noGrp="1"/>
          </p:cNvSpPr>
          <p:nvPr>
            <p:ph type="title" hasCustomPrompt="1"/>
          </p:nvPr>
        </p:nvSpPr>
        <p:spPr>
          <a:xfrm>
            <a:off x="1" y="4054639"/>
            <a:ext cx="12192000" cy="996696"/>
          </a:xfrm>
        </p:spPr>
        <p:txBody>
          <a:bodyPr vert="horz" lIns="0" tIns="0" rIns="0" bIns="0" rtlCol="0" anchor="t">
            <a:noAutofit/>
          </a:bodyPr>
          <a:lstStyle>
            <a:lvl1pPr algn="ctr">
              <a:defRPr lang="en-US" sz="8500" b="0" i="0" spc="1000" dirty="0">
                <a:solidFill>
                  <a:schemeClr val="bg1"/>
                </a:solidFill>
                <a:ea typeface="+mn-ea"/>
                <a:cs typeface="+mn-cs"/>
              </a:defRPr>
            </a:lvl1pPr>
          </a:lstStyle>
          <a:p>
            <a:pPr marL="0" lvl="0" indent="0" algn="ctr">
              <a:spcBef>
                <a:spcPts val="1000"/>
              </a:spcBef>
              <a:buFont typeface="Arial" panose="020B0604020202020204" pitchFamily="34" charset="0"/>
            </a:pPr>
            <a:r>
              <a:rPr lang="en-US" dirty="0"/>
              <a:t>Master Title</a:t>
            </a:r>
          </a:p>
        </p:txBody>
      </p:sp>
    </p:spTree>
    <p:extLst>
      <p:ext uri="{BB962C8B-B14F-4D97-AF65-F5344CB8AC3E}">
        <p14:creationId xmlns:p14="http://schemas.microsoft.com/office/powerpoint/2010/main" val="1882853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hasCustomPrompt="1"/>
          </p:nvPr>
        </p:nvSpPr>
        <p:spPr>
          <a:xfrm>
            <a:off x="5590572" y="1188358"/>
            <a:ext cx="6099858" cy="1335273"/>
          </a:xfrm>
        </p:spPr>
        <p:txBody>
          <a:bodyPr lIns="0" tIns="0" rIns="0" bIns="0" anchor="t">
            <a:noAutofit/>
          </a:bodyPr>
          <a:lstStyle>
            <a:lvl1pPr>
              <a:defRPr sz="5500">
                <a:solidFill>
                  <a:schemeClr val="accent4"/>
                </a:solidFill>
                <a:latin typeface="+mj-lt"/>
              </a:defRPr>
            </a:lvl1pPr>
          </a:lstStyle>
          <a:p>
            <a:r>
              <a:rPr lang="en-US" dirty="0"/>
              <a:t>Master title style</a:t>
            </a:r>
          </a:p>
        </p:txBody>
      </p:sp>
      <p:sp>
        <p:nvSpPr>
          <p:cNvPr id="17" name="Picture Placeholder 16">
            <a:extLst>
              <a:ext uri="{FF2B5EF4-FFF2-40B4-BE49-F238E27FC236}">
                <a16:creationId xmlns:a16="http://schemas.microsoft.com/office/drawing/2014/main" id="{67897E40-8096-E77D-E61A-A0AAC64EA41C}"/>
              </a:ext>
            </a:extLst>
          </p:cNvPr>
          <p:cNvSpPr>
            <a:spLocks noGrp="1"/>
          </p:cNvSpPr>
          <p:nvPr>
            <p:ph type="pic" sz="quarter" idx="28"/>
          </p:nvPr>
        </p:nvSpPr>
        <p:spPr>
          <a:xfrm>
            <a:off x="938481" y="581371"/>
            <a:ext cx="3884344" cy="5415673"/>
          </a:xfrm>
          <a:custGeom>
            <a:avLst/>
            <a:gdLst>
              <a:gd name="connsiteX0" fmla="*/ 1942453 w 3884344"/>
              <a:gd name="connsiteY0" fmla="*/ 0 h 5415673"/>
              <a:gd name="connsiteX1" fmla="*/ 3874878 w 3884344"/>
              <a:gd name="connsiteY1" fmla="*/ 1743849 h 5415673"/>
              <a:gd name="connsiteX2" fmla="*/ 3884344 w 3884344"/>
              <a:gd name="connsiteY2" fmla="*/ 1931324 h 5415673"/>
              <a:gd name="connsiteX3" fmla="*/ 3884344 w 3884344"/>
              <a:gd name="connsiteY3" fmla="*/ 1953581 h 5415673"/>
              <a:gd name="connsiteX4" fmla="*/ 3882232 w 3884344"/>
              <a:gd name="connsiteY4" fmla="*/ 1995413 h 5415673"/>
              <a:gd name="connsiteX5" fmla="*/ 3884344 w 3884344"/>
              <a:gd name="connsiteY5" fmla="*/ 1995413 h 5415673"/>
              <a:gd name="connsiteX6" fmla="*/ 3884344 w 3884344"/>
              <a:gd name="connsiteY6" fmla="*/ 3571294 h 5415673"/>
              <a:gd name="connsiteX7" fmla="*/ 3879954 w 3884344"/>
              <a:gd name="connsiteY7" fmla="*/ 3571294 h 5415673"/>
              <a:gd name="connsiteX8" fmla="*/ 3874878 w 3884344"/>
              <a:gd name="connsiteY8" fmla="*/ 3671825 h 5415673"/>
              <a:gd name="connsiteX9" fmla="*/ 1942453 w 3884344"/>
              <a:gd name="connsiteY9" fmla="*/ 5415673 h 5415673"/>
              <a:gd name="connsiteX10" fmla="*/ 10029 w 3884344"/>
              <a:gd name="connsiteY10" fmla="*/ 3671825 h 5415673"/>
              <a:gd name="connsiteX11" fmla="*/ 4952 w 3884344"/>
              <a:gd name="connsiteY11" fmla="*/ 3571294 h 5415673"/>
              <a:gd name="connsiteX12" fmla="*/ 2 w 3884344"/>
              <a:gd name="connsiteY12" fmla="*/ 3571294 h 5415673"/>
              <a:gd name="connsiteX13" fmla="*/ 2 w 3884344"/>
              <a:gd name="connsiteY13" fmla="*/ 3473251 h 5415673"/>
              <a:gd name="connsiteX14" fmla="*/ 0 w 3884344"/>
              <a:gd name="connsiteY14" fmla="*/ 3473220 h 5415673"/>
              <a:gd name="connsiteX15" fmla="*/ 2 w 3884344"/>
              <a:gd name="connsiteY15" fmla="*/ 3473189 h 5415673"/>
              <a:gd name="connsiteX16" fmla="*/ 2 w 3884344"/>
              <a:gd name="connsiteY16" fmla="*/ 1995413 h 5415673"/>
              <a:gd name="connsiteX17" fmla="*/ 2675 w 3884344"/>
              <a:gd name="connsiteY17" fmla="*/ 1995413 h 5415673"/>
              <a:gd name="connsiteX18" fmla="*/ 0 w 3884344"/>
              <a:gd name="connsiteY18" fmla="*/ 1942453 h 5415673"/>
              <a:gd name="connsiteX19" fmla="*/ 1942453 w 3884344"/>
              <a:gd name="connsiteY19" fmla="*/ 0 h 5415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884344" h="5415673">
                <a:moveTo>
                  <a:pt x="1942453" y="0"/>
                </a:moveTo>
                <a:cubicBezTo>
                  <a:pt x="2948191" y="0"/>
                  <a:pt x="3775405" y="764355"/>
                  <a:pt x="3874878" y="1743849"/>
                </a:cubicBezTo>
                <a:lnTo>
                  <a:pt x="3884344" y="1931324"/>
                </a:lnTo>
                <a:lnTo>
                  <a:pt x="3884344" y="1953581"/>
                </a:lnTo>
                <a:lnTo>
                  <a:pt x="3882232" y="1995413"/>
                </a:lnTo>
                <a:lnTo>
                  <a:pt x="3884344" y="1995413"/>
                </a:lnTo>
                <a:lnTo>
                  <a:pt x="3884344" y="3571294"/>
                </a:lnTo>
                <a:lnTo>
                  <a:pt x="3879954" y="3571294"/>
                </a:lnTo>
                <a:lnTo>
                  <a:pt x="3874878" y="3671825"/>
                </a:lnTo>
                <a:cubicBezTo>
                  <a:pt x="3775404" y="4651319"/>
                  <a:pt x="2948192" y="5415673"/>
                  <a:pt x="1942453" y="5415673"/>
                </a:cubicBezTo>
                <a:cubicBezTo>
                  <a:pt x="936714" y="5415673"/>
                  <a:pt x="109502" y="4651319"/>
                  <a:pt x="10029" y="3671825"/>
                </a:cubicBezTo>
                <a:lnTo>
                  <a:pt x="4952" y="3571294"/>
                </a:lnTo>
                <a:lnTo>
                  <a:pt x="2" y="3571294"/>
                </a:lnTo>
                <a:lnTo>
                  <a:pt x="2" y="3473251"/>
                </a:lnTo>
                <a:lnTo>
                  <a:pt x="0" y="3473220"/>
                </a:lnTo>
                <a:lnTo>
                  <a:pt x="2" y="3473189"/>
                </a:lnTo>
                <a:lnTo>
                  <a:pt x="2" y="1995413"/>
                </a:lnTo>
                <a:lnTo>
                  <a:pt x="2675" y="1995413"/>
                </a:lnTo>
                <a:lnTo>
                  <a:pt x="0" y="1942453"/>
                </a:lnTo>
                <a:cubicBezTo>
                  <a:pt x="0" y="869666"/>
                  <a:pt x="869666" y="0"/>
                  <a:pt x="1942453" y="0"/>
                </a:cubicBezTo>
                <a:close/>
              </a:path>
            </a:pathLst>
          </a:custGeom>
          <a:solidFill>
            <a:schemeClr val="accent2"/>
          </a:solidFill>
        </p:spPr>
        <p:txBody>
          <a:bodyPr wrap="square" anchor="ctr">
            <a:noAutofit/>
          </a:bodyPr>
          <a:lstStyle>
            <a:lvl1pPr marL="0" indent="0" algn="ctr">
              <a:buNone/>
              <a:defRPr b="0"/>
            </a:lvl1pPr>
          </a:lstStyle>
          <a:p>
            <a:endParaRPr lang="en-US" dirty="0"/>
          </a:p>
        </p:txBody>
      </p:sp>
      <p:sp>
        <p:nvSpPr>
          <p:cNvPr id="8" name="Text Placeholder 15">
            <a:extLst>
              <a:ext uri="{FF2B5EF4-FFF2-40B4-BE49-F238E27FC236}">
                <a16:creationId xmlns:a16="http://schemas.microsoft.com/office/drawing/2014/main" id="{6414DEE6-A86D-4699-E6EF-CE6745F5D440}"/>
              </a:ext>
            </a:extLst>
          </p:cNvPr>
          <p:cNvSpPr>
            <a:spLocks noGrp="1"/>
          </p:cNvSpPr>
          <p:nvPr>
            <p:ph type="body" sz="quarter" idx="18"/>
          </p:nvPr>
        </p:nvSpPr>
        <p:spPr>
          <a:xfrm>
            <a:off x="5590571" y="3000733"/>
            <a:ext cx="2916821" cy="42826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18" name="Text Placeholder 15">
            <a:extLst>
              <a:ext uri="{FF2B5EF4-FFF2-40B4-BE49-F238E27FC236}">
                <a16:creationId xmlns:a16="http://schemas.microsoft.com/office/drawing/2014/main" id="{C68EE5CA-4729-4FEA-F1BC-F976BEEBC480}"/>
              </a:ext>
            </a:extLst>
          </p:cNvPr>
          <p:cNvSpPr>
            <a:spLocks noGrp="1"/>
          </p:cNvSpPr>
          <p:nvPr>
            <p:ph type="body" sz="quarter" idx="26"/>
          </p:nvPr>
        </p:nvSpPr>
        <p:spPr>
          <a:xfrm>
            <a:off x="8773609" y="3000733"/>
            <a:ext cx="2916821" cy="42826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12" name="Text Placeholder 18">
            <a:extLst>
              <a:ext uri="{FF2B5EF4-FFF2-40B4-BE49-F238E27FC236}">
                <a16:creationId xmlns:a16="http://schemas.microsoft.com/office/drawing/2014/main" id="{CA3BC7A6-D12C-160A-CB5C-E55605250892}"/>
              </a:ext>
            </a:extLst>
          </p:cNvPr>
          <p:cNvSpPr>
            <a:spLocks noGrp="1"/>
          </p:cNvSpPr>
          <p:nvPr>
            <p:ph type="body" sz="quarter" idx="25"/>
          </p:nvPr>
        </p:nvSpPr>
        <p:spPr>
          <a:xfrm>
            <a:off x="5590571" y="3530279"/>
            <a:ext cx="2916821" cy="2466764"/>
          </a:xfrm>
        </p:spPr>
        <p:txBody>
          <a:bodyPr lIns="0" tIns="0" rIns="0" bIns="0">
            <a:noAutofit/>
          </a:bodyPr>
          <a:lstStyle>
            <a:lvl1pPr marL="171450" indent="-171450">
              <a:lnSpc>
                <a:spcPct val="150000"/>
              </a:lnSpc>
              <a:buFont typeface="Arial" panose="020B0604020202020204" pitchFamily="34" charset="0"/>
              <a:buChar char="•"/>
              <a:defRPr sz="1200" b="0" i="0" spc="50" baseline="0">
                <a:solidFill>
                  <a:srgbClr val="C16548"/>
                </a:solidFill>
                <a:latin typeface="+mn-lt"/>
              </a:defRPr>
            </a:lvl1pPr>
          </a:lstStyle>
          <a:p>
            <a:pPr lvl="0"/>
            <a:r>
              <a:rPr lang="en-US" dirty="0"/>
              <a:t>Click to edit Master text styles</a:t>
            </a:r>
          </a:p>
        </p:txBody>
      </p:sp>
      <p:sp>
        <p:nvSpPr>
          <p:cNvPr id="19" name="Text Placeholder 18">
            <a:extLst>
              <a:ext uri="{FF2B5EF4-FFF2-40B4-BE49-F238E27FC236}">
                <a16:creationId xmlns:a16="http://schemas.microsoft.com/office/drawing/2014/main" id="{72DF7BAB-7F6A-3D7B-F8A9-D7C4BD1D3B64}"/>
              </a:ext>
            </a:extLst>
          </p:cNvPr>
          <p:cNvSpPr>
            <a:spLocks noGrp="1"/>
          </p:cNvSpPr>
          <p:nvPr>
            <p:ph type="body" sz="quarter" idx="27"/>
          </p:nvPr>
        </p:nvSpPr>
        <p:spPr>
          <a:xfrm>
            <a:off x="8773609" y="3530279"/>
            <a:ext cx="2916821" cy="2466764"/>
          </a:xfrm>
        </p:spPr>
        <p:txBody>
          <a:bodyPr lIns="0" tIns="0" rIns="0" bIns="0">
            <a:noAutofit/>
          </a:bodyPr>
          <a:lstStyle>
            <a:lvl1pPr marL="171450" indent="-171450">
              <a:lnSpc>
                <a:spcPct val="150000"/>
              </a:lnSpc>
              <a:buFont typeface="Arial" panose="020B0604020202020204" pitchFamily="34" charset="0"/>
              <a:buChar char="•"/>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1497724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6C06-E9E1-16BE-139D-B69DCBBD28E1}"/>
              </a:ext>
            </a:extLst>
          </p:cNvPr>
          <p:cNvSpPr>
            <a:spLocks noGrp="1"/>
          </p:cNvSpPr>
          <p:nvPr>
            <p:ph type="title"/>
          </p:nvPr>
        </p:nvSpPr>
        <p:spPr>
          <a:xfrm>
            <a:off x="638462" y="642551"/>
            <a:ext cx="10915076" cy="1553680"/>
          </a:xfrm>
        </p:spPr>
        <p:txBody>
          <a:bodyPr lIns="0" tIns="0" rIns="0" bIns="0" anchor="t"/>
          <a:lstStyle>
            <a:lvl1pPr algn="ctr">
              <a:defRPr sz="5500">
                <a:solidFill>
                  <a:schemeClr val="accent4"/>
                </a:solidFill>
                <a:latin typeface="+mj-lt"/>
              </a:defRPr>
            </a:lvl1pPr>
          </a:lstStyle>
          <a:p>
            <a:r>
              <a:rPr lang="en-US" dirty="0"/>
              <a:t>Click to edit Master title style</a:t>
            </a:r>
          </a:p>
        </p:txBody>
      </p:sp>
      <p:sp>
        <p:nvSpPr>
          <p:cNvPr id="7" name="Content Placeholder 2">
            <a:extLst>
              <a:ext uri="{FF2B5EF4-FFF2-40B4-BE49-F238E27FC236}">
                <a16:creationId xmlns:a16="http://schemas.microsoft.com/office/drawing/2014/main" id="{1916A793-0543-8519-4E06-4D8E6A4E8CE6}"/>
              </a:ext>
            </a:extLst>
          </p:cNvPr>
          <p:cNvSpPr>
            <a:spLocks noGrp="1"/>
          </p:cNvSpPr>
          <p:nvPr>
            <p:ph idx="1" hasCustomPrompt="1"/>
          </p:nvPr>
        </p:nvSpPr>
        <p:spPr>
          <a:xfrm>
            <a:off x="419100" y="1837944"/>
            <a:ext cx="11353800" cy="3019086"/>
          </a:xfrm>
        </p:spPr>
        <p:txBody>
          <a:bodyPr>
            <a:noAutofit/>
          </a:bodyPr>
          <a:lstStyle>
            <a:lvl1pPr>
              <a:defRPr sz="3200"/>
            </a:lvl1pPr>
            <a:lvl2pPr marL="457200" indent="0" algn="l">
              <a:buNone/>
              <a:defRPr sz="1400"/>
            </a:lvl2pPr>
            <a:lvl3pPr>
              <a:defRPr sz="2400"/>
            </a:lvl3pPr>
            <a:lvl4pPr>
              <a:defRPr sz="2000"/>
            </a:lvl4pPr>
            <a:lvl5pPr>
              <a:defRPr sz="2000"/>
            </a:lvl5pPr>
            <a:lvl6pPr>
              <a:defRPr sz="2000"/>
            </a:lvl6pPr>
            <a:lvl7pPr>
              <a:defRPr sz="2000"/>
            </a:lvl7pPr>
            <a:lvl8pPr>
              <a:defRPr sz="2000"/>
            </a:lvl8pPr>
            <a:lvl9pPr>
              <a:defRPr sz="2000"/>
            </a:lvl9pPr>
          </a:lstStyle>
          <a:p>
            <a:pPr lvl="1"/>
            <a:r>
              <a:rPr lang="en-US" dirty="0"/>
              <a:t>Smart Graphic</a:t>
            </a:r>
          </a:p>
        </p:txBody>
      </p:sp>
      <p:sp>
        <p:nvSpPr>
          <p:cNvPr id="8" name="Text Placeholder 15">
            <a:extLst>
              <a:ext uri="{FF2B5EF4-FFF2-40B4-BE49-F238E27FC236}">
                <a16:creationId xmlns:a16="http://schemas.microsoft.com/office/drawing/2014/main" id="{2FA2A82A-5FFB-EAB7-624A-E00F9EA6DEC4}"/>
              </a:ext>
            </a:extLst>
          </p:cNvPr>
          <p:cNvSpPr>
            <a:spLocks noGrp="1"/>
          </p:cNvSpPr>
          <p:nvPr>
            <p:ph type="body" sz="quarter" idx="18" hasCustomPrompt="1"/>
          </p:nvPr>
        </p:nvSpPr>
        <p:spPr>
          <a:xfrm>
            <a:off x="638459"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4" name="Text Placeholder 15">
            <a:extLst>
              <a:ext uri="{FF2B5EF4-FFF2-40B4-BE49-F238E27FC236}">
                <a16:creationId xmlns:a16="http://schemas.microsoft.com/office/drawing/2014/main" id="{1DD59288-2C4C-BA2F-F3C9-CEEC7BBAE558}"/>
              </a:ext>
            </a:extLst>
          </p:cNvPr>
          <p:cNvSpPr>
            <a:spLocks noGrp="1"/>
          </p:cNvSpPr>
          <p:nvPr>
            <p:ph type="body" sz="quarter" idx="33" hasCustomPrompt="1"/>
          </p:nvPr>
        </p:nvSpPr>
        <p:spPr>
          <a:xfrm>
            <a:off x="3547242" y="5232509"/>
            <a:ext cx="2188728"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2" name="Text Placeholder 15">
            <a:extLst>
              <a:ext uri="{FF2B5EF4-FFF2-40B4-BE49-F238E27FC236}">
                <a16:creationId xmlns:a16="http://schemas.microsoft.com/office/drawing/2014/main" id="{A221A6B3-B644-8124-2E99-CBB5C1C0B2EE}"/>
              </a:ext>
            </a:extLst>
          </p:cNvPr>
          <p:cNvSpPr>
            <a:spLocks noGrp="1"/>
          </p:cNvSpPr>
          <p:nvPr>
            <p:ph type="body" sz="quarter" idx="31" hasCustomPrompt="1"/>
          </p:nvPr>
        </p:nvSpPr>
        <p:spPr>
          <a:xfrm>
            <a:off x="6456023"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10" name="Text Placeholder 15">
            <a:extLst>
              <a:ext uri="{FF2B5EF4-FFF2-40B4-BE49-F238E27FC236}">
                <a16:creationId xmlns:a16="http://schemas.microsoft.com/office/drawing/2014/main" id="{282FC433-EED8-C305-2AE2-E3BC9D42E550}"/>
              </a:ext>
            </a:extLst>
          </p:cNvPr>
          <p:cNvSpPr>
            <a:spLocks noGrp="1"/>
          </p:cNvSpPr>
          <p:nvPr>
            <p:ph type="body" sz="quarter" idx="29" hasCustomPrompt="1"/>
          </p:nvPr>
        </p:nvSpPr>
        <p:spPr>
          <a:xfrm>
            <a:off x="9364806" y="5232509"/>
            <a:ext cx="2188729" cy="493151"/>
          </a:xfrm>
        </p:spPr>
        <p:txBody>
          <a:bodyPr lIns="0" tIns="0" rIns="0" bIns="0" anchor="ctr">
            <a:noAutofit/>
          </a:bodyPr>
          <a:lstStyle>
            <a:lvl1pPr marL="0" indent="0" algn="ctr">
              <a:buNone/>
              <a:defRPr sz="3600" b="1" i="0">
                <a:solidFill>
                  <a:srgbClr val="C16548"/>
                </a:solidFill>
                <a:latin typeface="+mn-lt"/>
              </a:defRPr>
            </a:lvl1pPr>
          </a:lstStyle>
          <a:p>
            <a:pPr lvl="0"/>
            <a:r>
              <a:rPr lang="en-US" dirty="0"/>
              <a:t>Edit</a:t>
            </a:r>
          </a:p>
        </p:txBody>
      </p:sp>
      <p:sp>
        <p:nvSpPr>
          <p:cNvPr id="9" name="Text Placeholder 18">
            <a:extLst>
              <a:ext uri="{FF2B5EF4-FFF2-40B4-BE49-F238E27FC236}">
                <a16:creationId xmlns:a16="http://schemas.microsoft.com/office/drawing/2014/main" id="{0824A580-B433-CC76-2FDC-C607FC5ECF8A}"/>
              </a:ext>
            </a:extLst>
          </p:cNvPr>
          <p:cNvSpPr>
            <a:spLocks noGrp="1"/>
          </p:cNvSpPr>
          <p:nvPr>
            <p:ph type="body" sz="quarter" idx="28"/>
          </p:nvPr>
        </p:nvSpPr>
        <p:spPr>
          <a:xfrm>
            <a:off x="638459"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5" name="Text Placeholder 18">
            <a:extLst>
              <a:ext uri="{FF2B5EF4-FFF2-40B4-BE49-F238E27FC236}">
                <a16:creationId xmlns:a16="http://schemas.microsoft.com/office/drawing/2014/main" id="{479803CA-9514-7183-8AC8-13CC5B840641}"/>
              </a:ext>
            </a:extLst>
          </p:cNvPr>
          <p:cNvSpPr>
            <a:spLocks noGrp="1"/>
          </p:cNvSpPr>
          <p:nvPr>
            <p:ph type="body" sz="quarter" idx="34"/>
          </p:nvPr>
        </p:nvSpPr>
        <p:spPr>
          <a:xfrm>
            <a:off x="3547241"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3" name="Text Placeholder 18">
            <a:extLst>
              <a:ext uri="{FF2B5EF4-FFF2-40B4-BE49-F238E27FC236}">
                <a16:creationId xmlns:a16="http://schemas.microsoft.com/office/drawing/2014/main" id="{861F1384-35C1-15D1-9228-D96AC95355B8}"/>
              </a:ext>
            </a:extLst>
          </p:cNvPr>
          <p:cNvSpPr>
            <a:spLocks noGrp="1"/>
          </p:cNvSpPr>
          <p:nvPr>
            <p:ph type="body" sz="quarter" idx="32"/>
          </p:nvPr>
        </p:nvSpPr>
        <p:spPr>
          <a:xfrm>
            <a:off x="6456023"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11" name="Text Placeholder 18">
            <a:extLst>
              <a:ext uri="{FF2B5EF4-FFF2-40B4-BE49-F238E27FC236}">
                <a16:creationId xmlns:a16="http://schemas.microsoft.com/office/drawing/2014/main" id="{38B1D216-8DC7-A8D4-4857-4C7529D982EF}"/>
              </a:ext>
            </a:extLst>
          </p:cNvPr>
          <p:cNvSpPr>
            <a:spLocks noGrp="1"/>
          </p:cNvSpPr>
          <p:nvPr>
            <p:ph type="body" sz="quarter" idx="30"/>
          </p:nvPr>
        </p:nvSpPr>
        <p:spPr>
          <a:xfrm>
            <a:off x="9364806" y="5742851"/>
            <a:ext cx="2188729" cy="369332"/>
          </a:xfrm>
        </p:spPr>
        <p:txBody>
          <a:bodyPr lIns="0" tIns="0" rIns="0" bIns="0">
            <a:noAutofit/>
          </a:bodyPr>
          <a:lstStyle>
            <a:lvl1pPr marL="0" indent="0" algn="ctr">
              <a:lnSpc>
                <a:spcPct val="150000"/>
              </a:lnSpc>
              <a:buFont typeface="Arial" panose="020B0604020202020204" pitchFamily="34" charset="0"/>
              <a:buNone/>
              <a:defRPr sz="1400" b="0" i="0" spc="50" baseline="0">
                <a:solidFill>
                  <a:srgbClr val="C16548"/>
                </a:solidFill>
                <a:latin typeface="+mn-lt"/>
              </a:defRPr>
            </a:lvl1pPr>
          </a:lstStyle>
          <a:p>
            <a:pPr lvl="0"/>
            <a:r>
              <a:rPr lang="en-US" dirty="0"/>
              <a:t>Click to edit Master text</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3846359587"/>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accent6"/>
        </a:solidFill>
        <a:effectLst/>
      </p:bgPr>
    </p:bg>
    <p:spTree>
      <p:nvGrpSpPr>
        <p:cNvPr id="1" name=""/>
        <p:cNvGrpSpPr/>
        <p:nvPr/>
      </p:nvGrpSpPr>
      <p:grpSpPr>
        <a:xfrm>
          <a:off x="0" y="0"/>
          <a:ext cx="0" cy="0"/>
          <a:chOff x="0" y="0"/>
          <a:chExt cx="0" cy="0"/>
        </a:xfrm>
      </p:grpSpPr>
      <p:sp>
        <p:nvSpPr>
          <p:cNvPr id="15" name="Picture Placeholder 26">
            <a:extLst>
              <a:ext uri="{FF2B5EF4-FFF2-40B4-BE49-F238E27FC236}">
                <a16:creationId xmlns:a16="http://schemas.microsoft.com/office/drawing/2014/main" id="{E0689DF6-C6F5-534C-0D45-ED59D0031289}"/>
              </a:ext>
            </a:extLst>
          </p:cNvPr>
          <p:cNvSpPr>
            <a:spLocks noGrp="1"/>
          </p:cNvSpPr>
          <p:nvPr>
            <p:ph type="pic" sz="quarter" idx="10"/>
          </p:nvPr>
        </p:nvSpPr>
        <p:spPr>
          <a:xfrm>
            <a:off x="838200" y="860958"/>
            <a:ext cx="4085468" cy="5136084"/>
          </a:xfrm>
          <a:custGeom>
            <a:avLst/>
            <a:gdLst>
              <a:gd name="connsiteX0" fmla="*/ 2247899 w 4495799"/>
              <a:gd name="connsiteY0" fmla="*/ 0 h 5651934"/>
              <a:gd name="connsiteX1" fmla="*/ 4495799 w 4495799"/>
              <a:gd name="connsiteY1" fmla="*/ 2223551 h 5651934"/>
              <a:gd name="connsiteX2" fmla="*/ 4495799 w 4495799"/>
              <a:gd name="connsiteY2" fmla="*/ 5651934 h 5651934"/>
              <a:gd name="connsiteX3" fmla="*/ 0 w 4495799"/>
              <a:gd name="connsiteY3" fmla="*/ 5651934 h 5651934"/>
              <a:gd name="connsiteX4" fmla="*/ 0 w 4495799"/>
              <a:gd name="connsiteY4" fmla="*/ 2223531 h 5651934"/>
              <a:gd name="connsiteX5" fmla="*/ 11605 w 4495799"/>
              <a:gd name="connsiteY5" fmla="*/ 1996206 h 5651934"/>
              <a:gd name="connsiteX6" fmla="*/ 2247899 w 4495799"/>
              <a:gd name="connsiteY6" fmla="*/ 0 h 565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5799" h="5651934">
                <a:moveTo>
                  <a:pt x="2247899" y="0"/>
                </a:moveTo>
                <a:cubicBezTo>
                  <a:pt x="3489380" y="0"/>
                  <a:pt x="4495799" y="995518"/>
                  <a:pt x="4495799" y="2223551"/>
                </a:cubicBezTo>
                <a:lnTo>
                  <a:pt x="4495799" y="5651934"/>
                </a:lnTo>
                <a:lnTo>
                  <a:pt x="0" y="5651934"/>
                </a:lnTo>
                <a:lnTo>
                  <a:pt x="0" y="2223531"/>
                </a:lnTo>
                <a:lnTo>
                  <a:pt x="11605" y="1996206"/>
                </a:lnTo>
                <a:cubicBezTo>
                  <a:pt x="126720" y="874967"/>
                  <a:pt x="1084011" y="0"/>
                  <a:pt x="2247899" y="0"/>
                </a:cubicBezTo>
                <a:close/>
              </a:path>
            </a:pathLst>
          </a:custGeom>
          <a:solidFill>
            <a:schemeClr val="accent4"/>
          </a:solidFill>
        </p:spPr>
        <p:txBody>
          <a:bodyPr wrap="square" anchor="ctr">
            <a:noAutofit/>
          </a:bodyPr>
          <a:lstStyle>
            <a:lvl1pPr marL="0" indent="0" algn="ctr">
              <a:buFont typeface="Arial" panose="020B0604020202020204" pitchFamily="34" charset="0"/>
              <a:buNone/>
              <a:defRPr sz="1400" b="0" i="0">
                <a:solidFill>
                  <a:schemeClr val="bg1"/>
                </a:solidFill>
                <a:latin typeface="Avenir Book" panose="02000503020000020003" pitchFamily="2" charset="0"/>
              </a:defRPr>
            </a:lvl1pPr>
          </a:lstStyle>
          <a:p>
            <a:endParaRPr lang="en-US" dirty="0"/>
          </a:p>
        </p:txBody>
      </p:sp>
      <p:sp>
        <p:nvSpPr>
          <p:cNvPr id="16" name="TextBox 15">
            <a:extLst>
              <a:ext uri="{FF2B5EF4-FFF2-40B4-BE49-F238E27FC236}">
                <a16:creationId xmlns:a16="http://schemas.microsoft.com/office/drawing/2014/main" id="{248A60E5-D102-7326-D77E-C6DF8BDDA7D6}"/>
              </a:ext>
            </a:extLst>
          </p:cNvPr>
          <p:cNvSpPr txBox="1"/>
          <p:nvPr userDrawn="1"/>
        </p:nvSpPr>
        <p:spPr>
          <a:xfrm>
            <a:off x="6598508" y="6079524"/>
            <a:ext cx="184731" cy="369332"/>
          </a:xfrm>
          <a:prstGeom prst="rect">
            <a:avLst/>
          </a:prstGeom>
          <a:noFill/>
        </p:spPr>
        <p:txBody>
          <a:bodyPr wrap="none" rtlCol="0">
            <a:spAutoFit/>
          </a:bodyPr>
          <a:lstStyle/>
          <a:p>
            <a:endParaRPr lang="en-US" dirty="0"/>
          </a:p>
        </p:txBody>
      </p:sp>
      <p:sp>
        <p:nvSpPr>
          <p:cNvPr id="13" name="Title 1">
            <a:extLst>
              <a:ext uri="{FF2B5EF4-FFF2-40B4-BE49-F238E27FC236}">
                <a16:creationId xmlns:a16="http://schemas.microsoft.com/office/drawing/2014/main" id="{2D67076B-6CF0-B20E-9689-27FA1127A72A}"/>
              </a:ext>
            </a:extLst>
          </p:cNvPr>
          <p:cNvSpPr>
            <a:spLocks noGrp="1"/>
          </p:cNvSpPr>
          <p:nvPr>
            <p:ph type="title" hasCustomPrompt="1"/>
          </p:nvPr>
        </p:nvSpPr>
        <p:spPr>
          <a:xfrm>
            <a:off x="4548851" y="0"/>
            <a:ext cx="8160152" cy="6858000"/>
          </a:xfrm>
        </p:spPr>
        <p:txBody>
          <a:bodyPr anchor="ctr">
            <a:noAutofit/>
          </a:bodyPr>
          <a:lstStyle>
            <a:lvl1pPr algn="l">
              <a:defRPr sz="8000">
                <a:solidFill>
                  <a:schemeClr val="bg1"/>
                </a:solidFill>
                <a:latin typeface="+mj-lt"/>
              </a:defRPr>
            </a:lvl1pPr>
          </a:lstStyle>
          <a:p>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br>
              <a:rPr lang="en-US" dirty="0"/>
            </a:br>
            <a:r>
              <a:rPr lang="en-US" dirty="0"/>
              <a:t>Master title</a:t>
            </a:r>
          </a:p>
        </p:txBody>
      </p:sp>
    </p:spTree>
    <p:extLst>
      <p:ext uri="{BB962C8B-B14F-4D97-AF65-F5344CB8AC3E}">
        <p14:creationId xmlns:p14="http://schemas.microsoft.com/office/powerpoint/2010/main" val="2353092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bg>
      <p:bgPr>
        <a:solidFill>
          <a:schemeClr val="accent3"/>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986A58D-6106-E01B-0BDC-2F992AD25A9D}"/>
              </a:ext>
            </a:extLst>
          </p:cNvPr>
          <p:cNvSpPr>
            <a:spLocks noGrp="1"/>
          </p:cNvSpPr>
          <p:nvPr>
            <p:ph type="title"/>
          </p:nvPr>
        </p:nvSpPr>
        <p:spPr>
          <a:xfrm>
            <a:off x="638462" y="642551"/>
            <a:ext cx="10915076" cy="1553680"/>
          </a:xfrm>
        </p:spPr>
        <p:txBody>
          <a:bodyPr lIns="0" tIns="0" rIns="0" bIns="0" anchor="t"/>
          <a:lstStyle>
            <a:lvl1pPr>
              <a:defRPr sz="5500">
                <a:solidFill>
                  <a:schemeClr val="accent4"/>
                </a:solidFill>
                <a:latin typeface="+mj-lt"/>
              </a:defRPr>
            </a:lvl1pPr>
          </a:lstStyle>
          <a:p>
            <a:r>
              <a:rPr lang="en-US" dirty="0"/>
              <a:t>Click to edit Master title style</a:t>
            </a:r>
          </a:p>
        </p:txBody>
      </p:sp>
      <p:sp>
        <p:nvSpPr>
          <p:cNvPr id="15" name="Picture Placeholder 5">
            <a:extLst>
              <a:ext uri="{FF2B5EF4-FFF2-40B4-BE49-F238E27FC236}">
                <a16:creationId xmlns:a16="http://schemas.microsoft.com/office/drawing/2014/main" id="{3F266306-412A-D7DE-40EF-45BBA13E5563}"/>
              </a:ext>
            </a:extLst>
          </p:cNvPr>
          <p:cNvSpPr>
            <a:spLocks noGrp="1"/>
          </p:cNvSpPr>
          <p:nvPr>
            <p:ph type="pic" sz="quarter" idx="24"/>
          </p:nvPr>
        </p:nvSpPr>
        <p:spPr>
          <a:xfrm>
            <a:off x="638460"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33" name="Picture Placeholder 5">
            <a:extLst>
              <a:ext uri="{FF2B5EF4-FFF2-40B4-BE49-F238E27FC236}">
                <a16:creationId xmlns:a16="http://schemas.microsoft.com/office/drawing/2014/main" id="{28BF9A91-4021-72CF-EEBD-43B8B2F764A0}"/>
              </a:ext>
            </a:extLst>
          </p:cNvPr>
          <p:cNvSpPr>
            <a:spLocks noGrp="1"/>
          </p:cNvSpPr>
          <p:nvPr>
            <p:ph type="pic" sz="quarter" idx="33"/>
          </p:nvPr>
        </p:nvSpPr>
        <p:spPr>
          <a:xfrm>
            <a:off x="3534372"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30" name="Picture Placeholder 5">
            <a:extLst>
              <a:ext uri="{FF2B5EF4-FFF2-40B4-BE49-F238E27FC236}">
                <a16:creationId xmlns:a16="http://schemas.microsoft.com/office/drawing/2014/main" id="{5D88CB52-BC08-9751-260B-B531030DCABC}"/>
              </a:ext>
            </a:extLst>
          </p:cNvPr>
          <p:cNvSpPr>
            <a:spLocks noGrp="1"/>
          </p:cNvSpPr>
          <p:nvPr>
            <p:ph type="pic" sz="quarter" idx="30"/>
          </p:nvPr>
        </p:nvSpPr>
        <p:spPr>
          <a:xfrm>
            <a:off x="6430282"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21" name="Picture Placeholder 5">
            <a:extLst>
              <a:ext uri="{FF2B5EF4-FFF2-40B4-BE49-F238E27FC236}">
                <a16:creationId xmlns:a16="http://schemas.microsoft.com/office/drawing/2014/main" id="{06E6C850-58C9-7074-08C7-7D24B9A951FD}"/>
              </a:ext>
            </a:extLst>
          </p:cNvPr>
          <p:cNvSpPr>
            <a:spLocks noGrp="1"/>
          </p:cNvSpPr>
          <p:nvPr>
            <p:ph type="pic" sz="quarter" idx="27"/>
          </p:nvPr>
        </p:nvSpPr>
        <p:spPr>
          <a:xfrm>
            <a:off x="9326190" y="2539313"/>
            <a:ext cx="685800" cy="685800"/>
          </a:xfrm>
        </p:spPr>
        <p:txBody>
          <a:bodyPr lIns="0" tIns="0" rIns="0" bIns="0">
            <a:noAutofit/>
          </a:bodyPr>
          <a:lstStyle>
            <a:lvl1pPr marL="0" indent="0">
              <a:buNone/>
              <a:defRPr sz="1200" b="0" i="0">
                <a:latin typeface="+mn-lt"/>
              </a:defRPr>
            </a:lvl1pPr>
          </a:lstStyle>
          <a:p>
            <a:endParaRPr lang="en-US" dirty="0"/>
          </a:p>
        </p:txBody>
      </p:sp>
      <p:sp>
        <p:nvSpPr>
          <p:cNvPr id="8" name="Text Placeholder 15">
            <a:extLst>
              <a:ext uri="{FF2B5EF4-FFF2-40B4-BE49-F238E27FC236}">
                <a16:creationId xmlns:a16="http://schemas.microsoft.com/office/drawing/2014/main" id="{CC404B5F-F158-CEF8-E5AF-9B7601510FA5}"/>
              </a:ext>
            </a:extLst>
          </p:cNvPr>
          <p:cNvSpPr>
            <a:spLocks noGrp="1"/>
          </p:cNvSpPr>
          <p:nvPr>
            <p:ph type="body" sz="quarter" idx="13"/>
          </p:nvPr>
        </p:nvSpPr>
        <p:spPr>
          <a:xfrm>
            <a:off x="63846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32" name="Text Placeholder 15">
            <a:extLst>
              <a:ext uri="{FF2B5EF4-FFF2-40B4-BE49-F238E27FC236}">
                <a16:creationId xmlns:a16="http://schemas.microsoft.com/office/drawing/2014/main" id="{0A395A78-D15C-3B71-AC48-52F422FF299A}"/>
              </a:ext>
            </a:extLst>
          </p:cNvPr>
          <p:cNvSpPr>
            <a:spLocks noGrp="1"/>
          </p:cNvSpPr>
          <p:nvPr>
            <p:ph type="body" sz="quarter" idx="32"/>
          </p:nvPr>
        </p:nvSpPr>
        <p:spPr>
          <a:xfrm>
            <a:off x="353437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23" name="Text Placeholder 15">
            <a:extLst>
              <a:ext uri="{FF2B5EF4-FFF2-40B4-BE49-F238E27FC236}">
                <a16:creationId xmlns:a16="http://schemas.microsoft.com/office/drawing/2014/main" id="{C26292D0-5ED9-B06E-0FEC-5ECF9B61DA18}"/>
              </a:ext>
            </a:extLst>
          </p:cNvPr>
          <p:cNvSpPr>
            <a:spLocks noGrp="1"/>
          </p:cNvSpPr>
          <p:nvPr>
            <p:ph type="body" sz="quarter" idx="29"/>
          </p:nvPr>
        </p:nvSpPr>
        <p:spPr>
          <a:xfrm>
            <a:off x="643028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20" name="Text Placeholder 15">
            <a:extLst>
              <a:ext uri="{FF2B5EF4-FFF2-40B4-BE49-F238E27FC236}">
                <a16:creationId xmlns:a16="http://schemas.microsoft.com/office/drawing/2014/main" id="{7025E22B-8EFC-3B41-7DF2-F2F0FBBFC260}"/>
              </a:ext>
            </a:extLst>
          </p:cNvPr>
          <p:cNvSpPr>
            <a:spLocks noGrp="1"/>
          </p:cNvSpPr>
          <p:nvPr>
            <p:ph type="body" sz="quarter" idx="26"/>
          </p:nvPr>
        </p:nvSpPr>
        <p:spPr>
          <a:xfrm>
            <a:off x="9326192" y="3397603"/>
            <a:ext cx="2227344" cy="430688"/>
          </a:xfrm>
        </p:spPr>
        <p:txBody>
          <a:bodyPr lIns="0" tIns="0" rIns="0" bIns="0">
            <a:noAutofit/>
          </a:bodyPr>
          <a:lstStyle>
            <a:lvl1pPr marL="0" indent="0">
              <a:buNone/>
              <a:defRPr sz="1800" b="1" i="0">
                <a:solidFill>
                  <a:srgbClr val="C16548"/>
                </a:solidFill>
                <a:latin typeface="+mn-lt"/>
              </a:defRPr>
            </a:lvl1pPr>
          </a:lstStyle>
          <a:p>
            <a:pPr lvl="0"/>
            <a:r>
              <a:rPr lang="en-US" dirty="0"/>
              <a:t>Click to edit Master text styles</a:t>
            </a:r>
          </a:p>
        </p:txBody>
      </p:sp>
      <p:sp>
        <p:nvSpPr>
          <p:cNvPr id="38" name="Text Placeholder 18">
            <a:extLst>
              <a:ext uri="{FF2B5EF4-FFF2-40B4-BE49-F238E27FC236}">
                <a16:creationId xmlns:a16="http://schemas.microsoft.com/office/drawing/2014/main" id="{459D7743-7A8F-C73A-B9D5-49190ED512A1}"/>
              </a:ext>
            </a:extLst>
          </p:cNvPr>
          <p:cNvSpPr>
            <a:spLocks noGrp="1"/>
          </p:cNvSpPr>
          <p:nvPr>
            <p:ph type="body" sz="quarter" idx="36"/>
          </p:nvPr>
        </p:nvSpPr>
        <p:spPr>
          <a:xfrm>
            <a:off x="63846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7" name="Text Placeholder 18">
            <a:extLst>
              <a:ext uri="{FF2B5EF4-FFF2-40B4-BE49-F238E27FC236}">
                <a16:creationId xmlns:a16="http://schemas.microsoft.com/office/drawing/2014/main" id="{D4BD1280-EFE5-3F5B-2E53-29FC62D22186}"/>
              </a:ext>
            </a:extLst>
          </p:cNvPr>
          <p:cNvSpPr>
            <a:spLocks noGrp="1"/>
          </p:cNvSpPr>
          <p:nvPr>
            <p:ph type="body" sz="quarter" idx="35"/>
          </p:nvPr>
        </p:nvSpPr>
        <p:spPr>
          <a:xfrm>
            <a:off x="353437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6" name="Text Placeholder 18">
            <a:extLst>
              <a:ext uri="{FF2B5EF4-FFF2-40B4-BE49-F238E27FC236}">
                <a16:creationId xmlns:a16="http://schemas.microsoft.com/office/drawing/2014/main" id="{D7323A54-CEF7-D9AE-B43D-CCF5F95273CC}"/>
              </a:ext>
            </a:extLst>
          </p:cNvPr>
          <p:cNvSpPr>
            <a:spLocks noGrp="1"/>
          </p:cNvSpPr>
          <p:nvPr>
            <p:ph type="body" sz="quarter" idx="34"/>
          </p:nvPr>
        </p:nvSpPr>
        <p:spPr>
          <a:xfrm>
            <a:off x="6430282"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5" name="Text Placeholder 18">
            <a:extLst>
              <a:ext uri="{FF2B5EF4-FFF2-40B4-BE49-F238E27FC236}">
                <a16:creationId xmlns:a16="http://schemas.microsoft.com/office/drawing/2014/main" id="{C50A54A3-4CD3-53F4-3FFE-F664FBFCB16A}"/>
              </a:ext>
            </a:extLst>
          </p:cNvPr>
          <p:cNvSpPr>
            <a:spLocks noGrp="1"/>
          </p:cNvSpPr>
          <p:nvPr>
            <p:ph type="body" sz="quarter" idx="25"/>
          </p:nvPr>
        </p:nvSpPr>
        <p:spPr>
          <a:xfrm>
            <a:off x="9326191" y="4000780"/>
            <a:ext cx="2227344" cy="2078744"/>
          </a:xfrm>
        </p:spPr>
        <p:txBody>
          <a:bodyPr lIns="0" tIns="0" rIns="0" bIns="0">
            <a:noAutofit/>
          </a:bodyPr>
          <a:lstStyle>
            <a:lvl1pPr marL="0" indent="0">
              <a:lnSpc>
                <a:spcPct val="150000"/>
              </a:lnSpc>
              <a:buFont typeface="Arial" panose="020B0604020202020204" pitchFamily="34" charset="0"/>
              <a:buNone/>
              <a:defRPr sz="1200" b="0" i="0" spc="50" baseline="0">
                <a:solidFill>
                  <a:srgbClr val="C16548"/>
                </a:solidFill>
                <a:latin typeface="+mn-lt"/>
              </a:defRPr>
            </a:lvl1pPr>
          </a:lstStyle>
          <a:p>
            <a:pPr lvl="0"/>
            <a:r>
              <a:rPr lang="en-US" dirty="0"/>
              <a:t>Click to edit Master text styles</a:t>
            </a:r>
          </a:p>
        </p:txBody>
      </p:sp>
      <p:sp>
        <p:nvSpPr>
          <p:cNvPr id="3" name="Footer Placeholder 2">
            <a:extLst>
              <a:ext uri="{FF2B5EF4-FFF2-40B4-BE49-F238E27FC236}">
                <a16:creationId xmlns:a16="http://schemas.microsoft.com/office/drawing/2014/main" id="{18C560A5-5844-81D4-98B4-29211FD2EA12}"/>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2DDFB1A8-4CF1-35AB-0707-AEAF88714AC8}"/>
              </a:ext>
            </a:extLst>
          </p:cNvPr>
          <p:cNvSpPr>
            <a:spLocks noGrp="1"/>
          </p:cNvSpPr>
          <p:nvPr>
            <p:ph type="sldNum" sz="quarter" idx="23"/>
          </p:nvPr>
        </p:nvSpPr>
        <p:spPr/>
        <p:txBody>
          <a:bodyPr/>
          <a:lstStyle/>
          <a:p>
            <a:fld id="{295C7AAE-A677-454A-8BDB-62A0650ACE98}" type="slidenum">
              <a:rPr lang="en-US" smtClean="0"/>
              <a:pPr/>
              <a:t>‹#›</a:t>
            </a:fld>
            <a:endParaRPr lang="en-US" dirty="0"/>
          </a:p>
        </p:txBody>
      </p:sp>
    </p:spTree>
    <p:extLst>
      <p:ext uri="{BB962C8B-B14F-4D97-AF65-F5344CB8AC3E}">
        <p14:creationId xmlns:p14="http://schemas.microsoft.com/office/powerpoint/2010/main" val="4270664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1"/>
        </a:solidFill>
        <a:effectLst/>
      </p:bgPr>
    </p:bg>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75B86244-CE85-A100-2FAE-57F9E9959565}"/>
              </a:ext>
            </a:extLst>
          </p:cNvPr>
          <p:cNvSpPr>
            <a:spLocks noGrp="1"/>
          </p:cNvSpPr>
          <p:nvPr>
            <p:ph type="body" sz="quarter" idx="13" hasCustomPrompt="1"/>
          </p:nvPr>
        </p:nvSpPr>
        <p:spPr>
          <a:xfrm>
            <a:off x="783681" y="4554640"/>
            <a:ext cx="7156551" cy="992899"/>
          </a:xfrm>
        </p:spPr>
        <p:txBody>
          <a:bodyPr lIns="0" tIns="0" rIns="0" bIns="0">
            <a:noAutofit/>
          </a:bodyPr>
          <a:lstStyle>
            <a:lvl1pPr marL="0" indent="0">
              <a:buNone/>
              <a:defRPr sz="80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title</a:t>
            </a:r>
          </a:p>
        </p:txBody>
      </p:sp>
      <p:sp>
        <p:nvSpPr>
          <p:cNvPr id="9" name="Text Placeholder 3">
            <a:extLst>
              <a:ext uri="{FF2B5EF4-FFF2-40B4-BE49-F238E27FC236}">
                <a16:creationId xmlns:a16="http://schemas.microsoft.com/office/drawing/2014/main" id="{41BADE24-E02E-B86B-4973-FF07C9C25E12}"/>
              </a:ext>
            </a:extLst>
          </p:cNvPr>
          <p:cNvSpPr>
            <a:spLocks noGrp="1"/>
          </p:cNvSpPr>
          <p:nvPr>
            <p:ph type="body" sz="quarter" idx="12" hasCustomPrompt="1"/>
          </p:nvPr>
        </p:nvSpPr>
        <p:spPr>
          <a:xfrm>
            <a:off x="783681" y="1296361"/>
            <a:ext cx="7156551" cy="992899"/>
          </a:xfrm>
        </p:spPr>
        <p:txBody>
          <a:bodyPr lIns="0" tIns="0" rIns="0" bIns="0">
            <a:noAutofit/>
          </a:bodyPr>
          <a:lstStyle>
            <a:lvl1pPr marL="0" indent="0">
              <a:buNone/>
              <a:defRPr sz="8000" b="0" spc="1000" baseline="0">
                <a:solidFill>
                  <a:schemeClr val="bg1">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Master</a:t>
            </a:r>
          </a:p>
        </p:txBody>
      </p:sp>
      <p:sp>
        <p:nvSpPr>
          <p:cNvPr id="12" name="Picture Placeholder 11">
            <a:extLst>
              <a:ext uri="{FF2B5EF4-FFF2-40B4-BE49-F238E27FC236}">
                <a16:creationId xmlns:a16="http://schemas.microsoft.com/office/drawing/2014/main" id="{096E5F1B-46ED-3EC5-71CF-9A8DF9B5AA9D}"/>
              </a:ext>
            </a:extLst>
          </p:cNvPr>
          <p:cNvSpPr>
            <a:spLocks noGrp="1"/>
          </p:cNvSpPr>
          <p:nvPr>
            <p:ph type="pic" sz="quarter" idx="10"/>
          </p:nvPr>
        </p:nvSpPr>
        <p:spPr>
          <a:xfrm>
            <a:off x="6078452" y="1"/>
            <a:ext cx="5329866" cy="6857999"/>
          </a:xfrm>
          <a:custGeom>
            <a:avLst/>
            <a:gdLst>
              <a:gd name="connsiteX0" fmla="*/ 1468669 w 5329866"/>
              <a:gd name="connsiteY0" fmla="*/ 0 h 6857999"/>
              <a:gd name="connsiteX1" fmla="*/ 3861198 w 5329866"/>
              <a:gd name="connsiteY1" fmla="*/ 0 h 6857999"/>
              <a:gd name="connsiteX2" fmla="*/ 3935198 w 5329866"/>
              <a:gd name="connsiteY2" fmla="*/ 35648 h 6857999"/>
              <a:gd name="connsiteX3" fmla="*/ 5329866 w 5329866"/>
              <a:gd name="connsiteY3" fmla="*/ 2378939 h 6857999"/>
              <a:gd name="connsiteX4" fmla="*/ 5326197 w 5329866"/>
              <a:gd name="connsiteY4" fmla="*/ 2451597 h 6857999"/>
              <a:gd name="connsiteX5" fmla="*/ 5329866 w 5329866"/>
              <a:gd name="connsiteY5" fmla="*/ 2451597 h 6857999"/>
              <a:gd name="connsiteX6" fmla="*/ 5329866 w 5329866"/>
              <a:gd name="connsiteY6" fmla="*/ 4479062 h 6857999"/>
              <a:gd name="connsiteX7" fmla="*/ 5329866 w 5329866"/>
              <a:gd name="connsiteY7" fmla="*/ 4613614 h 6857999"/>
              <a:gd name="connsiteX8" fmla="*/ 5323072 w 5329866"/>
              <a:gd name="connsiteY8" fmla="*/ 4613614 h 6857999"/>
              <a:gd name="connsiteX9" fmla="*/ 5316108 w 5329866"/>
              <a:gd name="connsiteY9" fmla="*/ 4751536 h 6857999"/>
              <a:gd name="connsiteX10" fmla="*/ 4074162 w 5329866"/>
              <a:gd name="connsiteY10" fmla="*/ 6741331 h 6857999"/>
              <a:gd name="connsiteX11" fmla="*/ 3866902 w 5329866"/>
              <a:gd name="connsiteY11" fmla="*/ 6857999 h 6857999"/>
              <a:gd name="connsiteX12" fmla="*/ 1462965 w 5329866"/>
              <a:gd name="connsiteY12" fmla="*/ 6857999 h 6857999"/>
              <a:gd name="connsiteX13" fmla="*/ 1255705 w 5329866"/>
              <a:gd name="connsiteY13" fmla="*/ 6741331 h 6857999"/>
              <a:gd name="connsiteX14" fmla="*/ 13759 w 5329866"/>
              <a:gd name="connsiteY14" fmla="*/ 4751536 h 6857999"/>
              <a:gd name="connsiteX15" fmla="*/ 6794 w 5329866"/>
              <a:gd name="connsiteY15" fmla="*/ 4613614 h 6857999"/>
              <a:gd name="connsiteX16" fmla="*/ 2 w 5329866"/>
              <a:gd name="connsiteY16" fmla="*/ 4613614 h 6857999"/>
              <a:gd name="connsiteX17" fmla="*/ 2 w 5329866"/>
              <a:gd name="connsiteY17" fmla="*/ 4479104 h 6857999"/>
              <a:gd name="connsiteX18" fmla="*/ 0 w 5329866"/>
              <a:gd name="connsiteY18" fmla="*/ 4479062 h 6857999"/>
              <a:gd name="connsiteX19" fmla="*/ 2 w 5329866"/>
              <a:gd name="connsiteY19" fmla="*/ 4479020 h 6857999"/>
              <a:gd name="connsiteX20" fmla="*/ 2 w 5329866"/>
              <a:gd name="connsiteY20" fmla="*/ 2451597 h 6857999"/>
              <a:gd name="connsiteX21" fmla="*/ 3670 w 5329866"/>
              <a:gd name="connsiteY21" fmla="*/ 2451597 h 6857999"/>
              <a:gd name="connsiteX22" fmla="*/ 0 w 5329866"/>
              <a:gd name="connsiteY22" fmla="*/ 2378939 h 6857999"/>
              <a:gd name="connsiteX23" fmla="*/ 1394668 w 5329866"/>
              <a:gd name="connsiteY23" fmla="*/ 35648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29866" h="6857999">
                <a:moveTo>
                  <a:pt x="1468669" y="0"/>
                </a:moveTo>
                <a:lnTo>
                  <a:pt x="3861198" y="0"/>
                </a:lnTo>
                <a:lnTo>
                  <a:pt x="3935198" y="35648"/>
                </a:lnTo>
                <a:cubicBezTo>
                  <a:pt x="4765925" y="486926"/>
                  <a:pt x="5329866" y="1367075"/>
                  <a:pt x="5329866" y="2378939"/>
                </a:cubicBezTo>
                <a:lnTo>
                  <a:pt x="5326197" y="2451597"/>
                </a:lnTo>
                <a:lnTo>
                  <a:pt x="5329866" y="2451597"/>
                </a:lnTo>
                <a:lnTo>
                  <a:pt x="5329866" y="4479062"/>
                </a:lnTo>
                <a:lnTo>
                  <a:pt x="5329866" y="4613614"/>
                </a:lnTo>
                <a:lnTo>
                  <a:pt x="5323072" y="4613614"/>
                </a:lnTo>
                <a:lnTo>
                  <a:pt x="5316108" y="4751536"/>
                </a:lnTo>
                <a:cubicBezTo>
                  <a:pt x="5230813" y="5591417"/>
                  <a:pt x="4755512" y="6316001"/>
                  <a:pt x="4074162" y="6741331"/>
                </a:cubicBezTo>
                <a:lnTo>
                  <a:pt x="3866902" y="6857999"/>
                </a:lnTo>
                <a:lnTo>
                  <a:pt x="1462965" y="6857999"/>
                </a:lnTo>
                <a:lnTo>
                  <a:pt x="1255705" y="6741331"/>
                </a:lnTo>
                <a:cubicBezTo>
                  <a:pt x="574355" y="6316001"/>
                  <a:pt x="99054" y="5591417"/>
                  <a:pt x="13759" y="4751536"/>
                </a:cubicBezTo>
                <a:lnTo>
                  <a:pt x="6794" y="4613614"/>
                </a:lnTo>
                <a:lnTo>
                  <a:pt x="2" y="4613614"/>
                </a:lnTo>
                <a:lnTo>
                  <a:pt x="2" y="4479104"/>
                </a:lnTo>
                <a:lnTo>
                  <a:pt x="0" y="4479062"/>
                </a:lnTo>
                <a:lnTo>
                  <a:pt x="2" y="4479020"/>
                </a:lnTo>
                <a:lnTo>
                  <a:pt x="2" y="2451597"/>
                </a:lnTo>
                <a:lnTo>
                  <a:pt x="3670" y="2451597"/>
                </a:lnTo>
                <a:lnTo>
                  <a:pt x="0" y="2378939"/>
                </a:lnTo>
                <a:cubicBezTo>
                  <a:pt x="0" y="1367075"/>
                  <a:pt x="563941" y="486926"/>
                  <a:pt x="1394668" y="35648"/>
                </a:cubicBezTo>
                <a:close/>
              </a:path>
            </a:pathLst>
          </a:custGeom>
          <a:solidFill>
            <a:schemeClr val="accent2"/>
          </a:solidFill>
        </p:spPr>
        <p:txBody>
          <a:bodyPr wrap="square" anchor="ctr">
            <a:noAutofit/>
          </a:bodyPr>
          <a:lstStyle>
            <a:lvl1pPr marL="0" indent="0" algn="ctr">
              <a:buNone/>
              <a:defRPr sz="1400" b="0" i="0">
                <a:latin typeface="+mn-lt"/>
              </a:defRPr>
            </a:lvl1pPr>
          </a:lstStyle>
          <a:p>
            <a:endParaRPr lang="en-US" dirty="0"/>
          </a:p>
        </p:txBody>
      </p:sp>
      <p:sp>
        <p:nvSpPr>
          <p:cNvPr id="7" name="Title 1">
            <a:extLst>
              <a:ext uri="{FF2B5EF4-FFF2-40B4-BE49-F238E27FC236}">
                <a16:creationId xmlns:a16="http://schemas.microsoft.com/office/drawing/2014/main" id="{3E88BC5D-D10D-D2EE-8AE9-4CDCE46A205D}"/>
              </a:ext>
            </a:extLst>
          </p:cNvPr>
          <p:cNvSpPr>
            <a:spLocks noGrp="1"/>
          </p:cNvSpPr>
          <p:nvPr>
            <p:ph type="title" hasCustomPrompt="1"/>
          </p:nvPr>
        </p:nvSpPr>
        <p:spPr>
          <a:xfrm>
            <a:off x="783681" y="2404268"/>
            <a:ext cx="7217511" cy="2049462"/>
          </a:xfrm>
        </p:spPr>
        <p:txBody>
          <a:bodyPr vert="horz" lIns="0" tIns="0" rIns="0" bIns="0" rtlCol="0" anchor="t">
            <a:noAutofit/>
          </a:bodyPr>
          <a:lstStyle>
            <a:lvl1pPr>
              <a:defRPr lang="en-US" sz="8000" b="0" i="0" spc="1000">
                <a:solidFill>
                  <a:schemeClr val="bg1"/>
                </a:solidFill>
                <a:ea typeface="+mn-ea"/>
                <a:cs typeface="+mn-cs"/>
              </a:defRPr>
            </a:lvl1pPr>
          </a:lstStyle>
          <a:p>
            <a:pPr marL="0" lvl="0" indent="0">
              <a:spcBef>
                <a:spcPts val="1000"/>
              </a:spcBef>
              <a:buFont typeface="Arial" panose="020B0604020202020204" pitchFamily="34" charset="0"/>
            </a:pPr>
            <a:r>
              <a:rPr lang="en-US" dirty="0"/>
              <a:t>Master Title</a:t>
            </a:r>
          </a:p>
        </p:txBody>
      </p:sp>
    </p:spTree>
    <p:extLst>
      <p:ext uri="{BB962C8B-B14F-4D97-AF65-F5344CB8AC3E}">
        <p14:creationId xmlns:p14="http://schemas.microsoft.com/office/powerpoint/2010/main" val="2212233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accent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245CA8F2-58D1-3DCE-8413-CE65DE3496A5}"/>
              </a:ext>
            </a:extLst>
          </p:cNvPr>
          <p:cNvSpPr>
            <a:spLocks noGrp="1"/>
          </p:cNvSpPr>
          <p:nvPr>
            <p:ph type="body" sz="quarter" idx="19" hasCustomPrompt="1"/>
          </p:nvPr>
        </p:nvSpPr>
        <p:spPr>
          <a:xfrm>
            <a:off x="3290962" y="-801666"/>
            <a:ext cx="4667994" cy="7825231"/>
          </a:xfrm>
        </p:spPr>
        <p:txBody>
          <a:bodyPr lIns="0" tIns="0" rIns="0" bIns="0">
            <a:noAutofit/>
          </a:bodyPr>
          <a:lstStyle>
            <a:lvl1pPr marL="0" indent="0" algn="l">
              <a:lnSpc>
                <a:spcPct val="90000"/>
              </a:lnSpc>
              <a:spcBef>
                <a:spcPts val="0"/>
              </a:spcBef>
              <a:buNone/>
              <a:defRPr sz="8500" b="0" spc="650" baseline="0">
                <a:solidFill>
                  <a:schemeClr val="tx2">
                    <a:alpha val="10000"/>
                  </a:schemeClr>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Thank</a:t>
            </a:r>
          </a:p>
          <a:p>
            <a:pPr lvl="0"/>
            <a:r>
              <a:rPr lang="en-US" dirty="0"/>
              <a:t>Thank</a:t>
            </a:r>
          </a:p>
          <a:p>
            <a:pPr lvl="0"/>
            <a:r>
              <a:rPr lang="en-US" dirty="0"/>
              <a:t>Thank you</a:t>
            </a:r>
          </a:p>
          <a:p>
            <a:pPr lvl="0"/>
            <a:r>
              <a:rPr lang="en-US" dirty="0"/>
              <a:t>You</a:t>
            </a:r>
          </a:p>
          <a:p>
            <a:pPr lvl="0"/>
            <a:r>
              <a:rPr lang="en-US" dirty="0"/>
              <a:t>You</a:t>
            </a:r>
          </a:p>
          <a:p>
            <a:pPr lvl="0"/>
            <a:r>
              <a:rPr lang="en-US" dirty="0"/>
              <a:t>you</a:t>
            </a:r>
          </a:p>
        </p:txBody>
      </p:sp>
      <p:sp>
        <p:nvSpPr>
          <p:cNvPr id="7" name="Title 3">
            <a:extLst>
              <a:ext uri="{FF2B5EF4-FFF2-40B4-BE49-F238E27FC236}">
                <a16:creationId xmlns:a16="http://schemas.microsoft.com/office/drawing/2014/main" id="{DAB6B870-F337-8AB9-902B-76B31B88B8DE}"/>
              </a:ext>
            </a:extLst>
          </p:cNvPr>
          <p:cNvSpPr>
            <a:spLocks noGrp="1"/>
          </p:cNvSpPr>
          <p:nvPr>
            <p:ph type="title"/>
          </p:nvPr>
        </p:nvSpPr>
        <p:spPr>
          <a:xfrm>
            <a:off x="6096000" y="3039033"/>
            <a:ext cx="3478306" cy="3186954"/>
          </a:xfrm>
        </p:spPr>
        <p:txBody>
          <a:bodyPr vert="horz" lIns="0" tIns="0" rIns="0" bIns="0" rtlCol="0" anchor="t">
            <a:noAutofit/>
          </a:bodyPr>
          <a:lstStyle>
            <a:lvl1pPr>
              <a:lnSpc>
                <a:spcPct val="150000"/>
              </a:lnSpc>
              <a:defRPr lang="en-US" sz="1600" b="1" i="0" spc="50">
                <a:solidFill>
                  <a:schemeClr val="accent1"/>
                </a:solidFill>
                <a:latin typeface="+mn-lt"/>
                <a:ea typeface="+mn-ea"/>
                <a:cs typeface="+mn-cs"/>
              </a:defRPr>
            </a:lvl1pPr>
          </a:lstStyle>
          <a:p>
            <a:pPr marL="0" lvl="0" indent="0">
              <a:spcBef>
                <a:spcPts val="1000"/>
              </a:spcBef>
              <a:buFont typeface="Arial" panose="020B0604020202020204" pitchFamily="34" charset="0"/>
            </a:pPr>
            <a:r>
              <a:rPr lang="en-US" dirty="0"/>
              <a:t>Click to edit Master title style</a:t>
            </a:r>
          </a:p>
        </p:txBody>
      </p:sp>
      <p:sp>
        <p:nvSpPr>
          <p:cNvPr id="9" name="Text Placeholder 3">
            <a:extLst>
              <a:ext uri="{FF2B5EF4-FFF2-40B4-BE49-F238E27FC236}">
                <a16:creationId xmlns:a16="http://schemas.microsoft.com/office/drawing/2014/main" id="{C413E8F7-437B-CCB5-23CA-F7ABF62FD06B}"/>
              </a:ext>
            </a:extLst>
          </p:cNvPr>
          <p:cNvSpPr>
            <a:spLocks noGrp="1"/>
          </p:cNvSpPr>
          <p:nvPr>
            <p:ph type="body" sz="quarter" idx="20" hasCustomPrompt="1"/>
          </p:nvPr>
        </p:nvSpPr>
        <p:spPr>
          <a:xfrm>
            <a:off x="3290962" y="1467062"/>
            <a:ext cx="4667994" cy="2420772"/>
          </a:xfrm>
        </p:spPr>
        <p:txBody>
          <a:bodyPr lIns="0" tIns="0" rIns="0" bIns="0" anchor="ctr">
            <a:noAutofit/>
          </a:bodyPr>
          <a:lstStyle>
            <a:lvl1pPr marL="0" indent="0" algn="l">
              <a:lnSpc>
                <a:spcPct val="90000"/>
              </a:lnSpc>
              <a:spcBef>
                <a:spcPts val="0"/>
              </a:spcBef>
              <a:buNone/>
              <a:defRPr sz="8500" b="0" spc="650" baseline="0">
                <a:solidFill>
                  <a:schemeClr val="tx2"/>
                </a:solidFill>
                <a:latin typeface="+mj-lt"/>
              </a:defRPr>
            </a:lvl1pPr>
            <a:lvl2pPr marL="457200" indent="0">
              <a:buNone/>
              <a:defRPr>
                <a:latin typeface="Felix Titling" pitchFamily="82" charset="77"/>
              </a:defRPr>
            </a:lvl2pPr>
            <a:lvl3pPr marL="914400" indent="0">
              <a:buNone/>
              <a:defRPr>
                <a:latin typeface="Felix Titling" pitchFamily="82" charset="77"/>
              </a:defRPr>
            </a:lvl3pPr>
            <a:lvl4pPr marL="1371600" indent="0">
              <a:buNone/>
              <a:defRPr>
                <a:latin typeface="Felix Titling" pitchFamily="82" charset="77"/>
              </a:defRPr>
            </a:lvl4pPr>
            <a:lvl5pPr marL="1828800" indent="0">
              <a:buNone/>
              <a:defRPr>
                <a:latin typeface="Felix Titling" pitchFamily="82" charset="77"/>
              </a:defRPr>
            </a:lvl5pPr>
          </a:lstStyle>
          <a:p>
            <a:pPr lvl="0"/>
            <a:r>
              <a:rPr lang="en-US" dirty="0"/>
              <a:t>Thank you</a:t>
            </a:r>
          </a:p>
        </p:txBody>
      </p:sp>
    </p:spTree>
    <p:extLst>
      <p:ext uri="{BB962C8B-B14F-4D97-AF65-F5344CB8AC3E}">
        <p14:creationId xmlns:p14="http://schemas.microsoft.com/office/powerpoint/2010/main" val="2153117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B94F4E-FF39-0408-C3C6-A986750D825D}"/>
              </a:ext>
            </a:extLst>
          </p:cNvPr>
          <p:cNvSpPr>
            <a:spLocks noGrp="1"/>
          </p:cNvSpPr>
          <p:nvPr>
            <p:ph type="title"/>
          </p:nvPr>
        </p:nvSpPr>
        <p:spPr>
          <a:xfrm>
            <a:off x="638461" y="365125"/>
            <a:ext cx="10915075" cy="1325563"/>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2EB616EB-5E9D-04D9-F6DC-33F7E5BBA167}"/>
              </a:ext>
            </a:extLst>
          </p:cNvPr>
          <p:cNvSpPr>
            <a:spLocks noGrp="1"/>
          </p:cNvSpPr>
          <p:nvPr>
            <p:ph type="body" idx="1"/>
          </p:nvPr>
        </p:nvSpPr>
        <p:spPr>
          <a:xfrm>
            <a:off x="638460" y="1825625"/>
            <a:ext cx="10915076"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1061C11A-4AAF-B1E1-B1F3-67C0A55EFF82}"/>
              </a:ext>
            </a:extLst>
          </p:cNvPr>
          <p:cNvSpPr>
            <a:spLocks noGrp="1"/>
          </p:cNvSpPr>
          <p:nvPr>
            <p:ph type="sldNum" sz="quarter" idx="4"/>
          </p:nvPr>
        </p:nvSpPr>
        <p:spPr>
          <a:xfrm>
            <a:off x="8810336" y="6356350"/>
            <a:ext cx="2743200" cy="365125"/>
          </a:xfrm>
          <a:prstGeom prst="rect">
            <a:avLst/>
          </a:prstGeom>
        </p:spPr>
        <p:txBody>
          <a:bodyPr vert="horz" lIns="91440" tIns="45720" rIns="91440" bIns="45720" rtlCol="0" anchor="ctr"/>
          <a:lstStyle>
            <a:lvl1pPr algn="r">
              <a:defRPr sz="1200" b="0" i="0" spc="50" baseline="0">
                <a:solidFill>
                  <a:schemeClr val="accent2">
                    <a:lumMod val="90000"/>
                  </a:schemeClr>
                </a:solidFill>
                <a:latin typeface="+mn-lt"/>
              </a:defRPr>
            </a:lvl1pPr>
          </a:lstStyle>
          <a:p>
            <a:fld id="{295C7AAE-A677-454A-8BDB-62A0650ACE98}" type="slidenum">
              <a:rPr lang="en-US" smtClean="0"/>
              <a:pPr/>
              <a:t>‹#›</a:t>
            </a:fld>
            <a:endParaRPr lang="en-US" dirty="0"/>
          </a:p>
        </p:txBody>
      </p:sp>
      <p:sp>
        <p:nvSpPr>
          <p:cNvPr id="8" name="Footer Placeholder 4">
            <a:extLst>
              <a:ext uri="{FF2B5EF4-FFF2-40B4-BE49-F238E27FC236}">
                <a16:creationId xmlns:a16="http://schemas.microsoft.com/office/drawing/2014/main" id="{D63DBDAD-8830-10AA-86C7-A42D12292797}"/>
              </a:ext>
            </a:extLst>
          </p:cNvPr>
          <p:cNvSpPr>
            <a:spLocks noGrp="1"/>
          </p:cNvSpPr>
          <p:nvPr>
            <p:ph type="ftr" sz="quarter" idx="3"/>
          </p:nvPr>
        </p:nvSpPr>
        <p:spPr>
          <a:xfrm>
            <a:off x="638460" y="6356350"/>
            <a:ext cx="4114800" cy="365125"/>
          </a:xfrm>
          <a:prstGeom prst="rect">
            <a:avLst/>
          </a:prstGeom>
        </p:spPr>
        <p:txBody>
          <a:bodyPr anchor="ctr"/>
          <a:lstStyle>
            <a:lvl1pPr>
              <a:defRPr sz="1200" b="0" i="0" spc="50" baseline="0">
                <a:solidFill>
                  <a:schemeClr val="accent2">
                    <a:lumMod val="90000"/>
                  </a:schemeClr>
                </a:solidFill>
                <a:latin typeface="+mn-lt"/>
              </a:defRPr>
            </a:lvl1pPr>
          </a:lstStyle>
          <a:p>
            <a:r>
              <a:rPr lang="en-US"/>
              <a:t>Presentation title</a:t>
            </a:r>
            <a:endParaRPr lang="en-US" dirty="0"/>
          </a:p>
        </p:txBody>
      </p:sp>
    </p:spTree>
    <p:extLst>
      <p:ext uri="{BB962C8B-B14F-4D97-AF65-F5344CB8AC3E}">
        <p14:creationId xmlns:p14="http://schemas.microsoft.com/office/powerpoint/2010/main" val="168155362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0" r:id="rId3"/>
    <p:sldLayoutId id="2147483701" r:id="rId4"/>
    <p:sldLayoutId id="2147483702" r:id="rId5"/>
    <p:sldLayoutId id="2147483703" r:id="rId6"/>
    <p:sldLayoutId id="2147483704" r:id="rId7"/>
    <p:sldLayoutId id="2147483705" r:id="rId8"/>
    <p:sldLayoutId id="2147483711" r:id="rId9"/>
    <p:sldLayoutId id="2147483706" r:id="rId10"/>
    <p:sldLayoutId id="2147483707" r:id="rId11"/>
    <p:sldLayoutId id="2147483708" r:id="rId12"/>
    <p:sldLayoutId id="2147483709" r:id="rId13"/>
    <p:sldLayoutId id="2147483710" r:id="rId14"/>
  </p:sldLayoutIdLst>
  <p:hf hdr="0" dt="0"/>
  <p:txStyles>
    <p:titleStyle>
      <a:lvl1pPr algn="l" defTabSz="914400" rtl="0" eaLnBrk="1" latinLnBrk="0" hangingPunct="1">
        <a:lnSpc>
          <a:spcPct val="90000"/>
        </a:lnSpc>
        <a:spcBef>
          <a:spcPct val="0"/>
        </a:spcBef>
        <a:buNone/>
        <a:defRPr sz="5500" kern="1200" spc="5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1" i="0" kern="1200" spc="5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spc="5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spc="5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audio" Target="../media/audio1.wav"/><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www.linkedin.com/in/anena-pp-bab012366" TargetMode="External"/><Relationship Id="rId2" Type="http://schemas.openxmlformats.org/officeDocument/2006/relationships/hyperlink" Target="mailto:anenapp2002@gmail.com" TargetMode="Externa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06A25-0569-0BFE-AB1C-FC206CC58B7F}"/>
              </a:ext>
            </a:extLst>
          </p:cNvPr>
          <p:cNvSpPr>
            <a:spLocks noGrp="1"/>
          </p:cNvSpPr>
          <p:nvPr>
            <p:ph type="ctrTitle"/>
          </p:nvPr>
        </p:nvSpPr>
        <p:spPr>
          <a:xfrm>
            <a:off x="277792" y="-1"/>
            <a:ext cx="11335984" cy="6858001"/>
          </a:xfrm>
        </p:spPr>
        <p:txBody>
          <a:bodyPr/>
          <a:lstStyle/>
          <a:p>
            <a:r>
              <a:rPr lang="en-US" dirty="0"/>
              <a:t>Smart skin</a:t>
            </a:r>
            <a:br>
              <a:rPr lang="en-US" dirty="0"/>
            </a:br>
            <a:r>
              <a:rPr lang="en-US" dirty="0"/>
              <a:t>smart skin</a:t>
            </a:r>
            <a:br>
              <a:rPr lang="en-US" dirty="0"/>
            </a:br>
            <a:r>
              <a:rPr lang="en-US" dirty="0"/>
              <a:t>Smart skin​</a:t>
            </a:r>
            <a:br>
              <a:rPr lang="en-US" dirty="0"/>
            </a:br>
            <a:r>
              <a:rPr lang="en-US" dirty="0">
                <a:solidFill>
                  <a:schemeClr val="bg1"/>
                </a:solidFill>
              </a:rPr>
              <a:t>Smart skin</a:t>
            </a:r>
            <a:br>
              <a:rPr lang="en-US" dirty="0">
                <a:solidFill>
                  <a:schemeClr val="bg1"/>
                </a:solidFill>
              </a:rPr>
            </a:br>
            <a:r>
              <a:rPr lang="en-US" dirty="0">
                <a:solidFill>
                  <a:schemeClr val="bg1"/>
                </a:solidFill>
              </a:rPr>
              <a:t>solution</a:t>
            </a:r>
            <a:br>
              <a:rPr lang="en-US" dirty="0"/>
            </a:br>
            <a:r>
              <a:rPr lang="en-US" dirty="0"/>
              <a:t>solution</a:t>
            </a:r>
            <a:br>
              <a:rPr lang="en-US" dirty="0"/>
            </a:br>
            <a:r>
              <a:rPr lang="en-US" dirty="0" err="1"/>
              <a:t>solution</a:t>
            </a:r>
            <a:br>
              <a:rPr lang="en-US" dirty="0"/>
            </a:br>
            <a:r>
              <a:rPr lang="en-US" dirty="0" err="1"/>
              <a:t>solution</a:t>
            </a:r>
            <a:endParaRPr lang="en-US" dirty="0"/>
          </a:p>
        </p:txBody>
      </p:sp>
      <p:sp>
        <p:nvSpPr>
          <p:cNvPr id="6" name="Subtitle 5">
            <a:extLst>
              <a:ext uri="{FF2B5EF4-FFF2-40B4-BE49-F238E27FC236}">
                <a16:creationId xmlns:a16="http://schemas.microsoft.com/office/drawing/2014/main" id="{E1171327-E529-B4E2-EFE8-A39CB45BE440}"/>
              </a:ext>
            </a:extLst>
          </p:cNvPr>
          <p:cNvSpPr>
            <a:spLocks noGrp="1"/>
          </p:cNvSpPr>
          <p:nvPr>
            <p:ph type="subTitle" idx="1"/>
          </p:nvPr>
        </p:nvSpPr>
        <p:spPr/>
        <p:txBody>
          <a:bodyPr/>
          <a:lstStyle/>
          <a:p>
            <a:r>
              <a:rPr lang="en-US" dirty="0"/>
              <a:t>Your Skin Your Perfect Match​</a:t>
            </a:r>
          </a:p>
        </p:txBody>
      </p:sp>
      <p:pic>
        <p:nvPicPr>
          <p:cNvPr id="10" name="Picture Placeholder 8">
            <a:extLst>
              <a:ext uri="{FF2B5EF4-FFF2-40B4-BE49-F238E27FC236}">
                <a16:creationId xmlns:a16="http://schemas.microsoft.com/office/drawing/2014/main" id="{52D595F4-0989-6A49-2DC9-74FD4AACE7F5}"/>
              </a:ext>
            </a:extLst>
          </p:cNvPr>
          <p:cNvPicPr>
            <a:picLocks noGrp="1" noChangeAspect="1"/>
          </p:cNvPicPr>
          <p:nvPr>
            <p:ph type="pic" sz="quarter" idx="10"/>
          </p:nvPr>
        </p:nvPicPr>
        <p:blipFill>
          <a:blip r:embed="rId2"/>
          <a:srcRect t="8107" b="8107"/>
          <a:stretch/>
        </p:blipFill>
        <p:spPr>
          <a:xfrm>
            <a:off x="7527925" y="604838"/>
            <a:ext cx="4086225" cy="5135562"/>
          </a:xfrm>
        </p:spPr>
      </p:pic>
    </p:spTree>
    <p:extLst>
      <p:ext uri="{BB962C8B-B14F-4D97-AF65-F5344CB8AC3E}">
        <p14:creationId xmlns:p14="http://schemas.microsoft.com/office/powerpoint/2010/main" val="927122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anim calcmode="lin" valueType="num">
                                      <p:cBhvr>
                                        <p:cTn id="11" dur="1000" fill="hold"/>
                                        <p:tgtEl>
                                          <p:spTgt spid="2"/>
                                        </p:tgtEl>
                                        <p:attrNameLst>
                                          <p:attrName>ppt_x</p:attrName>
                                        </p:attrNameLst>
                                      </p:cBhvr>
                                      <p:tavLst>
                                        <p:tav tm="0">
                                          <p:val>
                                            <p:strVal val="#ppt_x"/>
                                          </p:val>
                                        </p:tav>
                                        <p:tav tm="100000">
                                          <p:val>
                                            <p:strVal val="#ppt_x"/>
                                          </p:val>
                                        </p:tav>
                                      </p:tavLst>
                                    </p:anim>
                                    <p:anim calcmode="lin" valueType="num">
                                      <p:cBhvr>
                                        <p:cTn id="12" dur="1000" fill="hold"/>
                                        <p:tgtEl>
                                          <p:spTgt spid="2"/>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15" presetClass="emph" presetSubtype="0" grpId="0" nodeType="afterEffect">
                                  <p:stCondLst>
                                    <p:cond delay="0"/>
                                  </p:stCondLst>
                                  <p:iterate type="lt">
                                    <p:tmAbs val="25"/>
                                  </p:iterate>
                                  <p:childTnLst>
                                    <p:set>
                                      <p:cBhvr override="childStyle">
                                        <p:cTn id="15" dur="indefinite"/>
                                        <p:tgtEl>
                                          <p:spTgt spid="6">
                                            <p:txEl>
                                              <p:pRg st="0" end="0"/>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953FD73-3C20-1A2D-592F-07E395610DC1}"/>
              </a:ext>
            </a:extLst>
          </p:cNvPr>
          <p:cNvSpPr>
            <a:spLocks noGrp="1"/>
          </p:cNvSpPr>
          <p:nvPr>
            <p:ph type="title"/>
          </p:nvPr>
        </p:nvSpPr>
        <p:spPr/>
        <p:txBody>
          <a:bodyPr/>
          <a:lstStyle/>
          <a:p>
            <a:r>
              <a:rPr lang="en-US" dirty="0">
                <a:solidFill>
                  <a:schemeClr val="accent4">
                    <a:alpha val="10000"/>
                  </a:schemeClr>
                </a:solidFill>
              </a:rPr>
              <a:t>objective</a:t>
            </a:r>
            <a:r>
              <a:rPr lang="en-US" dirty="0"/>
              <a:t> </a:t>
            </a:r>
            <a:br>
              <a:rPr lang="en-US" dirty="0"/>
            </a:br>
            <a:r>
              <a:rPr lang="en-US" dirty="0" err="1"/>
              <a:t>Objective</a:t>
            </a:r>
            <a:br>
              <a:rPr lang="en-US" dirty="0"/>
            </a:br>
            <a:r>
              <a:rPr lang="en-US" dirty="0" err="1">
                <a:solidFill>
                  <a:schemeClr val="accent4">
                    <a:alpha val="10000"/>
                  </a:schemeClr>
                </a:solidFill>
              </a:rPr>
              <a:t>objective</a:t>
            </a:r>
            <a:endParaRPr lang="en-US" dirty="0">
              <a:solidFill>
                <a:schemeClr val="accent4">
                  <a:alpha val="10000"/>
                </a:schemeClr>
              </a:solidFill>
            </a:endParaRPr>
          </a:p>
        </p:txBody>
      </p:sp>
      <p:sp>
        <p:nvSpPr>
          <p:cNvPr id="3" name="Text Placeholder 2">
            <a:extLst>
              <a:ext uri="{FF2B5EF4-FFF2-40B4-BE49-F238E27FC236}">
                <a16:creationId xmlns:a16="http://schemas.microsoft.com/office/drawing/2014/main" id="{27573208-F9ED-993D-477F-AD36CA6ABB58}"/>
              </a:ext>
            </a:extLst>
          </p:cNvPr>
          <p:cNvSpPr>
            <a:spLocks noGrp="1"/>
          </p:cNvSpPr>
          <p:nvPr>
            <p:ph type="body" sz="quarter" idx="13"/>
          </p:nvPr>
        </p:nvSpPr>
        <p:spPr>
          <a:xfrm>
            <a:off x="173620" y="2971046"/>
            <a:ext cx="11379916" cy="3750429"/>
          </a:xfrm>
        </p:spPr>
        <p:txBody>
          <a:bodyPr/>
          <a:lstStyle/>
          <a:p>
            <a:pPr algn="just">
              <a:lnSpc>
                <a:spcPct val="200000"/>
              </a:lnSpc>
            </a:pPr>
            <a:r>
              <a:rPr lang="en-US" b="0" dirty="0">
                <a:solidFill>
                  <a:schemeClr val="tx1">
                    <a:lumMod val="85000"/>
                    <a:lumOff val="15000"/>
                  </a:schemeClr>
                </a:solidFill>
              </a:rPr>
              <a:t>To develop a data-driven machine learning model that recommends personalized skincare products based on individual user characteristics such as skin type, skin tone, and specific concerns. By leveraging classification techniques, the system aims to deliver accurate, tailored product suggestions that enhance customer satisfaction, support beauty brands in optimizing marketing strategies, and ultimately promote effective skincare routines.</a:t>
            </a:r>
          </a:p>
        </p:txBody>
      </p:sp>
      <p:sp>
        <p:nvSpPr>
          <p:cNvPr id="6" name="Text Placeholder 5">
            <a:extLst>
              <a:ext uri="{FF2B5EF4-FFF2-40B4-BE49-F238E27FC236}">
                <a16:creationId xmlns:a16="http://schemas.microsoft.com/office/drawing/2014/main" id="{5E22715B-93B4-5AF2-4CF7-4210F6FACB22}"/>
              </a:ext>
            </a:extLst>
          </p:cNvPr>
          <p:cNvSpPr>
            <a:spLocks noGrp="1"/>
          </p:cNvSpPr>
          <p:nvPr>
            <p:ph type="body" sz="quarter" idx="20"/>
          </p:nvPr>
        </p:nvSpPr>
        <p:spPr/>
        <p:txBody>
          <a:bodyPr/>
          <a:lstStyle/>
          <a:p>
            <a:r>
              <a:rPr lang="en-US" dirty="0"/>
              <a:t>​</a:t>
            </a:r>
          </a:p>
          <a:p>
            <a:endParaRPr lang="en-US" dirty="0"/>
          </a:p>
        </p:txBody>
      </p:sp>
      <p:sp>
        <p:nvSpPr>
          <p:cNvPr id="7" name="Footer Placeholder 6">
            <a:extLst>
              <a:ext uri="{FF2B5EF4-FFF2-40B4-BE49-F238E27FC236}">
                <a16:creationId xmlns:a16="http://schemas.microsoft.com/office/drawing/2014/main" id="{96A50566-A544-45FD-3EA5-98A56BFA4435}"/>
              </a:ext>
            </a:extLst>
          </p:cNvPr>
          <p:cNvSpPr>
            <a:spLocks noGrp="1"/>
          </p:cNvSpPr>
          <p:nvPr>
            <p:ph type="ftr" sz="quarter" idx="22"/>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FF15EB22-D187-64BD-D2F1-25063327CD68}"/>
              </a:ext>
            </a:extLst>
          </p:cNvPr>
          <p:cNvSpPr>
            <a:spLocks noGrp="1"/>
          </p:cNvSpPr>
          <p:nvPr>
            <p:ph type="sldNum" sz="quarter" idx="23"/>
          </p:nvPr>
        </p:nvSpPr>
        <p:spPr/>
        <p:txBody>
          <a:bodyPr/>
          <a:lstStyle/>
          <a:p>
            <a:fld id="{295C7AAE-A677-454A-8BDB-62A0650ACE98}" type="slidenum">
              <a:rPr lang="en-US" smtClean="0"/>
              <a:pPr/>
              <a:t>2</a:t>
            </a:fld>
            <a:endParaRPr lang="en-US" dirty="0"/>
          </a:p>
        </p:txBody>
      </p:sp>
    </p:spTree>
    <p:extLst>
      <p:ext uri="{BB962C8B-B14F-4D97-AF65-F5344CB8AC3E}">
        <p14:creationId xmlns:p14="http://schemas.microsoft.com/office/powerpoint/2010/main" val="373366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anim calcmode="lin" valueType="num">
                                      <p:cBhvr>
                                        <p:cTn id="8" dur="750" fill="hold"/>
                                        <p:tgtEl>
                                          <p:spTgt spid="9"/>
                                        </p:tgtEl>
                                        <p:attrNameLst>
                                          <p:attrName>ppt_x</p:attrName>
                                        </p:attrNameLst>
                                      </p:cBhvr>
                                      <p:tavLst>
                                        <p:tav tm="0">
                                          <p:val>
                                            <p:strVal val="#ppt_x"/>
                                          </p:val>
                                        </p:tav>
                                        <p:tav tm="100000">
                                          <p:val>
                                            <p:strVal val="#ppt_x"/>
                                          </p:val>
                                        </p:tav>
                                      </p:tavLst>
                                    </p:anim>
                                    <p:anim calcmode="lin" valueType="num">
                                      <p:cBhvr>
                                        <p:cTn id="9" dur="750" fill="hold"/>
                                        <p:tgtEl>
                                          <p:spTgt spid="9"/>
                                        </p:tgtEl>
                                        <p:attrNameLst>
                                          <p:attrName>ppt_y</p:attrName>
                                        </p:attrNameLst>
                                      </p:cBhvr>
                                      <p:tavLst>
                                        <p:tav tm="0">
                                          <p:val>
                                            <p:strVal val="#ppt_y+.1"/>
                                          </p:val>
                                        </p:tav>
                                        <p:tav tm="100000">
                                          <p:val>
                                            <p:strVal val="#ppt_y"/>
                                          </p:val>
                                        </p:tav>
                                      </p:tavLst>
                                    </p:anim>
                                  </p:childTnLst>
                                </p:cTn>
                              </p:par>
                              <p:par>
                                <p:cTn id="10" presetID="1"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descr="SmartArt chevron graphic">
            <a:extLst>
              <a:ext uri="{FF2B5EF4-FFF2-40B4-BE49-F238E27FC236}">
                <a16:creationId xmlns:a16="http://schemas.microsoft.com/office/drawing/2014/main" id="{BEE1D2BE-3C63-BBD7-4481-305BB05F02AC}"/>
              </a:ext>
            </a:extLst>
          </p:cNvPr>
          <p:cNvGrpSpPr/>
          <p:nvPr/>
        </p:nvGrpSpPr>
        <p:grpSpPr>
          <a:xfrm>
            <a:off x="654501" y="2193894"/>
            <a:ext cx="10997567" cy="2483916"/>
            <a:chOff x="437495" y="3833157"/>
            <a:chExt cx="11660236" cy="887575"/>
          </a:xfrm>
        </p:grpSpPr>
        <p:sp>
          <p:nvSpPr>
            <p:cNvPr id="28" name="Freeform 16">
              <a:extLst>
                <a:ext uri="{FF2B5EF4-FFF2-40B4-BE49-F238E27FC236}">
                  <a16:creationId xmlns:a16="http://schemas.microsoft.com/office/drawing/2014/main" id="{671ED0C5-387F-1979-E762-10BBDDFFE68C}"/>
                </a:ext>
              </a:extLst>
            </p:cNvPr>
            <p:cNvSpPr/>
            <p:nvPr/>
          </p:nvSpPr>
          <p:spPr>
            <a:xfrm>
              <a:off x="437495" y="3839723"/>
              <a:ext cx="2353833" cy="881009"/>
            </a:xfrm>
            <a:custGeom>
              <a:avLst/>
              <a:gdLst>
                <a:gd name="connsiteX0" fmla="*/ 0 w 2702625"/>
                <a:gd name="connsiteY0" fmla="*/ 0 h 1081050"/>
                <a:gd name="connsiteX1" fmla="*/ 2162100 w 2702625"/>
                <a:gd name="connsiteY1" fmla="*/ 0 h 1081050"/>
                <a:gd name="connsiteX2" fmla="*/ 2702625 w 2702625"/>
                <a:gd name="connsiteY2" fmla="*/ 540525 h 1081050"/>
                <a:gd name="connsiteX3" fmla="*/ 2162100 w 2702625"/>
                <a:gd name="connsiteY3" fmla="*/ 1081050 h 1081050"/>
                <a:gd name="connsiteX4" fmla="*/ 0 w 2702625"/>
                <a:gd name="connsiteY4" fmla="*/ 1081050 h 1081050"/>
                <a:gd name="connsiteX5" fmla="*/ 0 w 2702625"/>
                <a:gd name="connsiteY5" fmla="*/ 0 h 10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2625" h="1081050">
                  <a:moveTo>
                    <a:pt x="0" y="0"/>
                  </a:moveTo>
                  <a:lnTo>
                    <a:pt x="2162100" y="0"/>
                  </a:lnTo>
                  <a:lnTo>
                    <a:pt x="2702625" y="540525"/>
                  </a:lnTo>
                  <a:lnTo>
                    <a:pt x="2162100" y="1081050"/>
                  </a:lnTo>
                  <a:lnTo>
                    <a:pt x="0" y="1081050"/>
                  </a:lnTo>
                  <a:lnTo>
                    <a:pt x="0" y="0"/>
                  </a:lnTo>
                  <a:close/>
                </a:path>
              </a:pathLst>
            </a:custGeom>
            <a:solidFill>
              <a:schemeClr val="accent1">
                <a:lumMod val="20000"/>
                <a:lumOff val="8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65760" tIns="182880" rIns="457200" bIns="182880" numCol="1" spcCol="1270" anchor="ctr" anchorCtr="0">
              <a:noAutofit/>
            </a:bodyPr>
            <a:lstStyle/>
            <a:p>
              <a:pPr marL="0" lvl="0" indent="0" algn="l" defTabSz="800100">
                <a:lnSpc>
                  <a:spcPct val="90000"/>
                </a:lnSpc>
                <a:spcBef>
                  <a:spcPct val="0"/>
                </a:spcBef>
                <a:spcAft>
                  <a:spcPct val="35000"/>
                </a:spcAft>
                <a:buNone/>
              </a:pPr>
              <a:r>
                <a:rPr lang="en-US" b="1" spc="50" dirty="0">
                  <a:solidFill>
                    <a:schemeClr val="accent1"/>
                  </a:solidFill>
                  <a:latin typeface="Avenir Heavy" panose="02000503020000020003" pitchFamily="2" charset="0"/>
                </a:rPr>
                <a:t>Dataset Creation</a:t>
              </a:r>
              <a:endParaRPr lang="en-US" sz="1800" b="1" i="0" kern="1200" spc="50" baseline="0" dirty="0">
                <a:ln>
                  <a:noFill/>
                </a:ln>
                <a:solidFill>
                  <a:schemeClr val="accent1"/>
                </a:solidFill>
                <a:latin typeface="Avenir Heavy" panose="02000503020000020003" pitchFamily="2" charset="0"/>
              </a:endParaRPr>
            </a:p>
          </p:txBody>
        </p:sp>
        <p:sp>
          <p:nvSpPr>
            <p:cNvPr id="29" name="Freeform 17">
              <a:extLst>
                <a:ext uri="{FF2B5EF4-FFF2-40B4-BE49-F238E27FC236}">
                  <a16:creationId xmlns:a16="http://schemas.microsoft.com/office/drawing/2014/main" id="{C2AADA1B-D4FD-69B4-0920-ED318A6CBF9C}"/>
                </a:ext>
              </a:extLst>
            </p:cNvPr>
            <p:cNvSpPr/>
            <p:nvPr/>
          </p:nvSpPr>
          <p:spPr>
            <a:xfrm>
              <a:off x="2161874" y="3833991"/>
              <a:ext cx="2923513" cy="881009"/>
            </a:xfrm>
            <a:custGeom>
              <a:avLst/>
              <a:gdLst>
                <a:gd name="connsiteX0" fmla="*/ 0 w 2702625"/>
                <a:gd name="connsiteY0" fmla="*/ 0 h 1081050"/>
                <a:gd name="connsiteX1" fmla="*/ 2162100 w 2702625"/>
                <a:gd name="connsiteY1" fmla="*/ 0 h 1081050"/>
                <a:gd name="connsiteX2" fmla="*/ 2702625 w 2702625"/>
                <a:gd name="connsiteY2" fmla="*/ 540525 h 1081050"/>
                <a:gd name="connsiteX3" fmla="*/ 2162100 w 2702625"/>
                <a:gd name="connsiteY3" fmla="*/ 1081050 h 1081050"/>
                <a:gd name="connsiteX4" fmla="*/ 0 w 2702625"/>
                <a:gd name="connsiteY4" fmla="*/ 1081050 h 1081050"/>
                <a:gd name="connsiteX5" fmla="*/ 540525 w 2702625"/>
                <a:gd name="connsiteY5" fmla="*/ 540525 h 1081050"/>
                <a:gd name="connsiteX6" fmla="*/ 0 w 2702625"/>
                <a:gd name="connsiteY6" fmla="*/ 0 h 10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2625" h="1081050">
                  <a:moveTo>
                    <a:pt x="0" y="0"/>
                  </a:moveTo>
                  <a:lnTo>
                    <a:pt x="2162100" y="0"/>
                  </a:lnTo>
                  <a:lnTo>
                    <a:pt x="2702625" y="540525"/>
                  </a:lnTo>
                  <a:lnTo>
                    <a:pt x="2162100" y="1081050"/>
                  </a:lnTo>
                  <a:lnTo>
                    <a:pt x="0" y="1081050"/>
                  </a:lnTo>
                  <a:lnTo>
                    <a:pt x="540525" y="540525"/>
                  </a:lnTo>
                  <a:lnTo>
                    <a:pt x="0" y="0"/>
                  </a:lnTo>
                  <a:close/>
                </a:path>
              </a:pathLst>
            </a:custGeom>
            <a:solidFill>
              <a:schemeClr val="accent1">
                <a:lumMod val="40000"/>
                <a:lumOff val="6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2960" tIns="182880" rIns="365760" bIns="182880" numCol="1" spcCol="1270" anchor="ctr" anchorCtr="0">
              <a:noAutofit/>
            </a:bodyPr>
            <a:lstStyle/>
            <a:p>
              <a:pPr marL="0" lvl="0" indent="0" algn="l" defTabSz="800100">
                <a:lnSpc>
                  <a:spcPct val="90000"/>
                </a:lnSpc>
                <a:spcBef>
                  <a:spcPct val="0"/>
                </a:spcBef>
                <a:spcAft>
                  <a:spcPct val="35000"/>
                </a:spcAft>
                <a:buNone/>
              </a:pPr>
              <a:r>
                <a:rPr lang="en-US" b="1" spc="50" dirty="0">
                  <a:solidFill>
                    <a:schemeClr val="bg1"/>
                  </a:solidFill>
                  <a:latin typeface="Avenir Heavy" panose="02000503020000020003" pitchFamily="2" charset="0"/>
                </a:rPr>
                <a:t>Data preprocessing</a:t>
              </a:r>
              <a:endParaRPr lang="en-US" sz="1800" b="1" i="0" kern="1200" spc="50" baseline="0" dirty="0">
                <a:ln>
                  <a:noFill/>
                </a:ln>
                <a:solidFill>
                  <a:schemeClr val="bg1"/>
                </a:solidFill>
                <a:latin typeface="Avenir Heavy" panose="02000503020000020003" pitchFamily="2" charset="0"/>
              </a:endParaRPr>
            </a:p>
          </p:txBody>
        </p:sp>
        <p:sp>
          <p:nvSpPr>
            <p:cNvPr id="30" name="Freeform 18">
              <a:extLst>
                <a:ext uri="{FF2B5EF4-FFF2-40B4-BE49-F238E27FC236}">
                  <a16:creationId xmlns:a16="http://schemas.microsoft.com/office/drawing/2014/main" id="{004088DA-F734-CB62-BB61-8BAA880AEA9D}"/>
                </a:ext>
              </a:extLst>
            </p:cNvPr>
            <p:cNvSpPr/>
            <p:nvPr/>
          </p:nvSpPr>
          <p:spPr>
            <a:xfrm>
              <a:off x="4495677" y="3833991"/>
              <a:ext cx="2979406" cy="881009"/>
            </a:xfrm>
            <a:custGeom>
              <a:avLst/>
              <a:gdLst>
                <a:gd name="connsiteX0" fmla="*/ 0 w 2702625"/>
                <a:gd name="connsiteY0" fmla="*/ 0 h 1081050"/>
                <a:gd name="connsiteX1" fmla="*/ 2162100 w 2702625"/>
                <a:gd name="connsiteY1" fmla="*/ 0 h 1081050"/>
                <a:gd name="connsiteX2" fmla="*/ 2702625 w 2702625"/>
                <a:gd name="connsiteY2" fmla="*/ 540525 h 1081050"/>
                <a:gd name="connsiteX3" fmla="*/ 2162100 w 2702625"/>
                <a:gd name="connsiteY3" fmla="*/ 1081050 h 1081050"/>
                <a:gd name="connsiteX4" fmla="*/ 0 w 2702625"/>
                <a:gd name="connsiteY4" fmla="*/ 1081050 h 1081050"/>
                <a:gd name="connsiteX5" fmla="*/ 540525 w 2702625"/>
                <a:gd name="connsiteY5" fmla="*/ 540525 h 1081050"/>
                <a:gd name="connsiteX6" fmla="*/ 0 w 2702625"/>
                <a:gd name="connsiteY6" fmla="*/ 0 h 10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2625" h="1081050">
                  <a:moveTo>
                    <a:pt x="0" y="0"/>
                  </a:moveTo>
                  <a:lnTo>
                    <a:pt x="2162100" y="0"/>
                  </a:lnTo>
                  <a:lnTo>
                    <a:pt x="2702625" y="540525"/>
                  </a:lnTo>
                  <a:lnTo>
                    <a:pt x="2162100" y="1081050"/>
                  </a:lnTo>
                  <a:lnTo>
                    <a:pt x="0" y="1081050"/>
                  </a:lnTo>
                  <a:lnTo>
                    <a:pt x="540525" y="540525"/>
                  </a:lnTo>
                  <a:lnTo>
                    <a:pt x="0" y="0"/>
                  </a:lnTo>
                  <a:close/>
                </a:path>
              </a:pathLst>
            </a:custGeom>
            <a:solidFill>
              <a:schemeClr val="accent1">
                <a:lumMod val="60000"/>
                <a:lumOff val="4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2960" tIns="182880" rIns="365760" bIns="182880" numCol="1" spcCol="1270" anchor="ctr" anchorCtr="0">
              <a:noAutofit/>
            </a:bodyPr>
            <a:lstStyle/>
            <a:p>
              <a:pPr marL="0" lvl="0" indent="0" algn="l" defTabSz="800100">
                <a:lnSpc>
                  <a:spcPct val="90000"/>
                </a:lnSpc>
                <a:spcBef>
                  <a:spcPct val="0"/>
                </a:spcBef>
                <a:spcAft>
                  <a:spcPct val="35000"/>
                </a:spcAft>
                <a:buNone/>
              </a:pPr>
              <a:r>
                <a:rPr lang="en-US" b="1" spc="50" dirty="0">
                  <a:solidFill>
                    <a:schemeClr val="bg1"/>
                  </a:solidFill>
                  <a:latin typeface="Avenir Heavy" panose="02000503020000020003" pitchFamily="2" charset="0"/>
                </a:rPr>
                <a:t>Training the Dataset</a:t>
              </a:r>
            </a:p>
            <a:p>
              <a:pPr marL="0" lvl="0" indent="0" algn="l" defTabSz="800100">
                <a:lnSpc>
                  <a:spcPct val="90000"/>
                </a:lnSpc>
                <a:spcBef>
                  <a:spcPct val="0"/>
                </a:spcBef>
                <a:spcAft>
                  <a:spcPct val="35000"/>
                </a:spcAft>
                <a:buNone/>
              </a:pPr>
              <a:r>
                <a:rPr lang="en-US" sz="1200" b="1" spc="50" dirty="0">
                  <a:solidFill>
                    <a:schemeClr val="bg1"/>
                  </a:solidFill>
                  <a:latin typeface="Avenir Heavy" panose="02000503020000020003" pitchFamily="2" charset="0"/>
                </a:rPr>
                <a:t>Using different  machine learning models</a:t>
              </a:r>
              <a:endParaRPr lang="en-US" sz="1200" kern="1200" spc="50" dirty="0">
                <a:ln>
                  <a:noFill/>
                </a:ln>
                <a:solidFill>
                  <a:schemeClr val="bg1"/>
                </a:solidFill>
                <a:latin typeface="Avenir Book" panose="02000503020000020003" pitchFamily="2" charset="0"/>
              </a:endParaRPr>
            </a:p>
          </p:txBody>
        </p:sp>
        <p:sp>
          <p:nvSpPr>
            <p:cNvPr id="31" name="Freeform 19">
              <a:extLst>
                <a:ext uri="{FF2B5EF4-FFF2-40B4-BE49-F238E27FC236}">
                  <a16:creationId xmlns:a16="http://schemas.microsoft.com/office/drawing/2014/main" id="{47CF5BA0-79E3-C49D-0AF2-517AEECB09D0}"/>
                </a:ext>
              </a:extLst>
            </p:cNvPr>
            <p:cNvSpPr/>
            <p:nvPr/>
          </p:nvSpPr>
          <p:spPr>
            <a:xfrm>
              <a:off x="6885372" y="3833991"/>
              <a:ext cx="2923513" cy="881009"/>
            </a:xfrm>
            <a:custGeom>
              <a:avLst/>
              <a:gdLst>
                <a:gd name="connsiteX0" fmla="*/ 0 w 2702625"/>
                <a:gd name="connsiteY0" fmla="*/ 0 h 1081050"/>
                <a:gd name="connsiteX1" fmla="*/ 2162100 w 2702625"/>
                <a:gd name="connsiteY1" fmla="*/ 0 h 1081050"/>
                <a:gd name="connsiteX2" fmla="*/ 2702625 w 2702625"/>
                <a:gd name="connsiteY2" fmla="*/ 540525 h 1081050"/>
                <a:gd name="connsiteX3" fmla="*/ 2162100 w 2702625"/>
                <a:gd name="connsiteY3" fmla="*/ 1081050 h 1081050"/>
                <a:gd name="connsiteX4" fmla="*/ 0 w 2702625"/>
                <a:gd name="connsiteY4" fmla="*/ 1081050 h 1081050"/>
                <a:gd name="connsiteX5" fmla="*/ 540525 w 2702625"/>
                <a:gd name="connsiteY5" fmla="*/ 540525 h 1081050"/>
                <a:gd name="connsiteX6" fmla="*/ 0 w 2702625"/>
                <a:gd name="connsiteY6" fmla="*/ 0 h 10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2625" h="1081050">
                  <a:moveTo>
                    <a:pt x="0" y="0"/>
                  </a:moveTo>
                  <a:lnTo>
                    <a:pt x="2162100" y="0"/>
                  </a:lnTo>
                  <a:lnTo>
                    <a:pt x="2702625" y="540525"/>
                  </a:lnTo>
                  <a:lnTo>
                    <a:pt x="2162100" y="1081050"/>
                  </a:lnTo>
                  <a:lnTo>
                    <a:pt x="0" y="1081050"/>
                  </a:lnTo>
                  <a:lnTo>
                    <a:pt x="540525" y="540525"/>
                  </a:lnTo>
                  <a:lnTo>
                    <a:pt x="0" y="0"/>
                  </a:lnTo>
                  <a:close/>
                </a:path>
              </a:pathLst>
            </a:custGeom>
            <a:solidFill>
              <a:schemeClr val="accent1">
                <a:lumMod val="7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2960" tIns="182880" rIns="365760" bIns="182880" numCol="1" spcCol="1270" anchor="ctr" anchorCtr="0">
              <a:noAutofit/>
            </a:bodyPr>
            <a:lstStyle/>
            <a:p>
              <a:pPr marL="0" lvl="0" indent="0" algn="l" defTabSz="800100">
                <a:lnSpc>
                  <a:spcPct val="90000"/>
                </a:lnSpc>
                <a:spcBef>
                  <a:spcPct val="0"/>
                </a:spcBef>
                <a:spcAft>
                  <a:spcPct val="35000"/>
                </a:spcAft>
                <a:buNone/>
              </a:pPr>
              <a:r>
                <a:rPr lang="en-US" b="1" spc="50" dirty="0">
                  <a:solidFill>
                    <a:schemeClr val="bg1"/>
                  </a:solidFill>
                  <a:latin typeface="Avenir Heavy" panose="02000503020000020003" pitchFamily="2" charset="0"/>
                </a:rPr>
                <a:t>Model Evaluation</a:t>
              </a:r>
              <a:endParaRPr lang="en-US" sz="1800" b="1" i="0" kern="1200" spc="50" baseline="0" dirty="0">
                <a:ln>
                  <a:noFill/>
                </a:ln>
                <a:solidFill>
                  <a:schemeClr val="bg1"/>
                </a:solidFill>
                <a:latin typeface="Avenir Heavy" panose="02000503020000020003" pitchFamily="2" charset="0"/>
              </a:endParaRPr>
            </a:p>
            <a:p>
              <a:pPr marL="0" lvl="0" indent="0" algn="l" defTabSz="800100">
                <a:spcBef>
                  <a:spcPct val="0"/>
                </a:spcBef>
                <a:spcAft>
                  <a:spcPct val="35000"/>
                </a:spcAft>
                <a:buNone/>
              </a:pPr>
              <a:r>
                <a:rPr lang="en-US" sz="1200" kern="1200" spc="50" dirty="0">
                  <a:ln>
                    <a:noFill/>
                  </a:ln>
                  <a:solidFill>
                    <a:schemeClr val="bg1"/>
                  </a:solidFill>
                  <a:latin typeface="Avenir Book" panose="02000503020000020003" pitchFamily="2" charset="0"/>
                </a:rPr>
                <a:t>Selecting model wi</a:t>
              </a:r>
              <a:r>
                <a:rPr lang="en-US" sz="1200" spc="50" dirty="0">
                  <a:solidFill>
                    <a:schemeClr val="bg1"/>
                  </a:solidFill>
                  <a:latin typeface="Avenir Book" panose="02000503020000020003" pitchFamily="2" charset="0"/>
                </a:rPr>
                <a:t>th best score</a:t>
              </a:r>
              <a:endParaRPr lang="en-US" sz="1200" kern="1200" spc="50" dirty="0">
                <a:ln>
                  <a:noFill/>
                </a:ln>
                <a:solidFill>
                  <a:schemeClr val="bg1"/>
                </a:solidFill>
                <a:latin typeface="Avenir Book" panose="02000503020000020003" pitchFamily="2" charset="0"/>
              </a:endParaRPr>
            </a:p>
          </p:txBody>
        </p:sp>
        <p:sp>
          <p:nvSpPr>
            <p:cNvPr id="32" name="Freeform 20">
              <a:extLst>
                <a:ext uri="{FF2B5EF4-FFF2-40B4-BE49-F238E27FC236}">
                  <a16:creationId xmlns:a16="http://schemas.microsoft.com/office/drawing/2014/main" id="{AC0F72C7-D890-FC6B-9838-C9BA125DC139}"/>
                </a:ext>
              </a:extLst>
            </p:cNvPr>
            <p:cNvSpPr/>
            <p:nvPr/>
          </p:nvSpPr>
          <p:spPr>
            <a:xfrm>
              <a:off x="9219175" y="3833157"/>
              <a:ext cx="2878556" cy="881009"/>
            </a:xfrm>
            <a:custGeom>
              <a:avLst/>
              <a:gdLst>
                <a:gd name="connsiteX0" fmla="*/ 0 w 2702625"/>
                <a:gd name="connsiteY0" fmla="*/ 0 h 1078996"/>
                <a:gd name="connsiteX1" fmla="*/ 2163127 w 2702625"/>
                <a:gd name="connsiteY1" fmla="*/ 0 h 1078996"/>
                <a:gd name="connsiteX2" fmla="*/ 2702625 w 2702625"/>
                <a:gd name="connsiteY2" fmla="*/ 539498 h 1078996"/>
                <a:gd name="connsiteX3" fmla="*/ 2163127 w 2702625"/>
                <a:gd name="connsiteY3" fmla="*/ 1078996 h 1078996"/>
                <a:gd name="connsiteX4" fmla="*/ 0 w 2702625"/>
                <a:gd name="connsiteY4" fmla="*/ 1078996 h 1078996"/>
                <a:gd name="connsiteX5" fmla="*/ 539498 w 2702625"/>
                <a:gd name="connsiteY5" fmla="*/ 539498 h 1078996"/>
                <a:gd name="connsiteX6" fmla="*/ 0 w 2702625"/>
                <a:gd name="connsiteY6" fmla="*/ 0 h 107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2625" h="1078996">
                  <a:moveTo>
                    <a:pt x="0" y="0"/>
                  </a:moveTo>
                  <a:lnTo>
                    <a:pt x="2163127" y="0"/>
                  </a:lnTo>
                  <a:lnTo>
                    <a:pt x="2702625" y="539498"/>
                  </a:lnTo>
                  <a:lnTo>
                    <a:pt x="2163127" y="1078996"/>
                  </a:lnTo>
                  <a:lnTo>
                    <a:pt x="0" y="1078996"/>
                  </a:lnTo>
                  <a:lnTo>
                    <a:pt x="539498" y="539498"/>
                  </a:lnTo>
                  <a:lnTo>
                    <a:pt x="0" y="0"/>
                  </a:lnTo>
                  <a:close/>
                </a:path>
              </a:pathLst>
            </a:custGeom>
            <a:solidFill>
              <a:schemeClr val="accent1">
                <a:lumMod val="50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2960" tIns="182880" rIns="365760" bIns="182880" numCol="1" spcCol="1270" anchor="ctr" anchorCtr="0">
              <a:noAutofit/>
            </a:bodyPr>
            <a:lstStyle/>
            <a:p>
              <a:pPr marL="0" lvl="0" indent="0" algn="l" defTabSz="800100">
                <a:lnSpc>
                  <a:spcPct val="90000"/>
                </a:lnSpc>
                <a:spcBef>
                  <a:spcPct val="0"/>
                </a:spcBef>
                <a:spcAft>
                  <a:spcPct val="35000"/>
                </a:spcAft>
                <a:buNone/>
              </a:pPr>
              <a:r>
                <a:rPr lang="en-US" b="1" spc="50" dirty="0">
                  <a:solidFill>
                    <a:schemeClr val="bg1"/>
                  </a:solidFill>
                  <a:latin typeface="Avenir Heavy" panose="02000503020000020003" pitchFamily="2" charset="0"/>
                </a:rPr>
                <a:t>Deployment and Prediction</a:t>
              </a:r>
              <a:endParaRPr lang="en-US" sz="1800" b="1" i="0" kern="1200" spc="50" baseline="0" dirty="0">
                <a:ln>
                  <a:noFill/>
                </a:ln>
                <a:solidFill>
                  <a:schemeClr val="bg1"/>
                </a:solidFill>
                <a:latin typeface="Avenir Heavy" panose="02000503020000020003" pitchFamily="2" charset="0"/>
              </a:endParaRPr>
            </a:p>
            <a:p>
              <a:pPr marL="0" lvl="0" indent="0" algn="l" defTabSz="800100">
                <a:spcBef>
                  <a:spcPct val="0"/>
                </a:spcBef>
                <a:spcAft>
                  <a:spcPct val="35000"/>
                </a:spcAft>
                <a:buNone/>
              </a:pPr>
              <a:endParaRPr lang="en-US" sz="1200" kern="1200" spc="50" dirty="0">
                <a:ln>
                  <a:noFill/>
                </a:ln>
                <a:solidFill>
                  <a:schemeClr val="bg1"/>
                </a:solidFill>
                <a:latin typeface="Avenir Book" panose="02000503020000020003" pitchFamily="2" charset="0"/>
              </a:endParaRPr>
            </a:p>
          </p:txBody>
        </p:sp>
      </p:grpSp>
      <p:sp>
        <p:nvSpPr>
          <p:cNvPr id="2" name="Title 1">
            <a:extLst>
              <a:ext uri="{FF2B5EF4-FFF2-40B4-BE49-F238E27FC236}">
                <a16:creationId xmlns:a16="http://schemas.microsoft.com/office/drawing/2014/main" id="{D8C99B58-F005-E2E5-3428-9FF2234D1023}"/>
              </a:ext>
            </a:extLst>
          </p:cNvPr>
          <p:cNvSpPr>
            <a:spLocks noGrp="1"/>
          </p:cNvSpPr>
          <p:nvPr>
            <p:ph type="title"/>
          </p:nvPr>
        </p:nvSpPr>
        <p:spPr/>
        <p:txBody>
          <a:bodyPr/>
          <a:lstStyle/>
          <a:p>
            <a:r>
              <a:rPr lang="en-US" dirty="0"/>
              <a:t>Overview Steps</a:t>
            </a:r>
          </a:p>
        </p:txBody>
      </p:sp>
      <p:sp>
        <p:nvSpPr>
          <p:cNvPr id="3" name="Footer Placeholder 2">
            <a:extLst>
              <a:ext uri="{FF2B5EF4-FFF2-40B4-BE49-F238E27FC236}">
                <a16:creationId xmlns:a16="http://schemas.microsoft.com/office/drawing/2014/main" id="{C462922F-A15F-768D-01E9-E582DDCC3987}"/>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5455FBFE-22FC-0622-D5CB-2219B82ED728}"/>
              </a:ext>
            </a:extLst>
          </p:cNvPr>
          <p:cNvSpPr>
            <a:spLocks noGrp="1"/>
          </p:cNvSpPr>
          <p:nvPr>
            <p:ph type="sldNum" sz="quarter" idx="23"/>
          </p:nvPr>
        </p:nvSpPr>
        <p:spPr/>
        <p:txBody>
          <a:bodyPr/>
          <a:lstStyle/>
          <a:p>
            <a:fld id="{295C7AAE-A677-454A-8BDB-62A0650ACE98}" type="slidenum">
              <a:rPr lang="en-US" smtClean="0"/>
              <a:pPr/>
              <a:t>3</a:t>
            </a:fld>
            <a:endParaRPr lang="en-US" dirty="0"/>
          </a:p>
        </p:txBody>
      </p:sp>
    </p:spTree>
    <p:extLst>
      <p:ext uri="{BB962C8B-B14F-4D97-AF65-F5344CB8AC3E}">
        <p14:creationId xmlns:p14="http://schemas.microsoft.com/office/powerpoint/2010/main" val="4036022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arn(inVertical)">
                                      <p:cBhvr>
                                        <p:cTn id="1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4C03F7A-580D-EF06-B5C3-D0DE696638C2}"/>
              </a:ext>
            </a:extLst>
          </p:cNvPr>
          <p:cNvPicPr>
            <a:picLocks noGrp="1" noChangeAspect="1"/>
          </p:cNvPicPr>
          <p:nvPr>
            <p:ph type="pic" sz="quarter" idx="10"/>
          </p:nvPr>
        </p:nvPicPr>
        <p:blipFill>
          <a:blip r:embed="rId2"/>
          <a:srcRect/>
          <a:stretch/>
        </p:blipFill>
        <p:spPr>
          <a:xfrm>
            <a:off x="3923536" y="697867"/>
            <a:ext cx="4344928" cy="5462266"/>
          </a:xfrm>
        </p:spPr>
      </p:pic>
      <p:sp>
        <p:nvSpPr>
          <p:cNvPr id="2" name="Title 1">
            <a:extLst>
              <a:ext uri="{FF2B5EF4-FFF2-40B4-BE49-F238E27FC236}">
                <a16:creationId xmlns:a16="http://schemas.microsoft.com/office/drawing/2014/main" id="{54047B8C-65D0-EA39-A5A8-A5EFE8FEB6F1}"/>
              </a:ext>
            </a:extLst>
          </p:cNvPr>
          <p:cNvSpPr>
            <a:spLocks noGrp="1"/>
          </p:cNvSpPr>
          <p:nvPr>
            <p:ph type="title"/>
          </p:nvPr>
        </p:nvSpPr>
        <p:spPr/>
        <p:txBody>
          <a:bodyPr/>
          <a:lstStyle/>
          <a:p>
            <a:r>
              <a:rPr lang="en-US" dirty="0"/>
              <a:t>Skin care</a:t>
            </a:r>
          </a:p>
        </p:txBody>
      </p:sp>
      <p:sp>
        <p:nvSpPr>
          <p:cNvPr id="4" name="Text Placeholder 3">
            <a:extLst>
              <a:ext uri="{FF2B5EF4-FFF2-40B4-BE49-F238E27FC236}">
                <a16:creationId xmlns:a16="http://schemas.microsoft.com/office/drawing/2014/main" id="{AC46A718-8F29-3AB4-D64D-7209870F5ECE}"/>
              </a:ext>
            </a:extLst>
          </p:cNvPr>
          <p:cNvSpPr>
            <a:spLocks noGrp="1"/>
          </p:cNvSpPr>
          <p:nvPr>
            <p:ph type="body" sz="quarter" idx="11"/>
          </p:nvPr>
        </p:nvSpPr>
        <p:spPr>
          <a:xfrm>
            <a:off x="418617" y="5501848"/>
            <a:ext cx="11354765" cy="1356152"/>
          </a:xfrm>
        </p:spPr>
        <p:txBody>
          <a:bodyPr/>
          <a:lstStyle/>
          <a:p>
            <a:r>
              <a:rPr lang="en-US" dirty="0"/>
              <a:t>Recommendation</a:t>
            </a:r>
          </a:p>
        </p:txBody>
      </p:sp>
    </p:spTree>
    <p:extLst>
      <p:ext uri="{BB962C8B-B14F-4D97-AF65-F5344CB8AC3E}">
        <p14:creationId xmlns:p14="http://schemas.microsoft.com/office/powerpoint/2010/main" val="377485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9A004-BF6D-FE16-E2E8-44F687F19D31}"/>
              </a:ext>
            </a:extLst>
          </p:cNvPr>
          <p:cNvSpPr>
            <a:spLocks noGrp="1"/>
          </p:cNvSpPr>
          <p:nvPr>
            <p:ph type="title"/>
          </p:nvPr>
        </p:nvSpPr>
        <p:spPr>
          <a:xfrm>
            <a:off x="638460" y="818170"/>
            <a:ext cx="11857053" cy="1335273"/>
          </a:xfrm>
        </p:spPr>
        <p:txBody>
          <a:bodyPr/>
          <a:lstStyle/>
          <a:p>
            <a:r>
              <a:rPr lang="en-US" dirty="0"/>
              <a:t>Choosing dataset</a:t>
            </a:r>
          </a:p>
        </p:txBody>
      </p:sp>
      <p:sp>
        <p:nvSpPr>
          <p:cNvPr id="3" name="Text Placeholder 2">
            <a:extLst>
              <a:ext uri="{FF2B5EF4-FFF2-40B4-BE49-F238E27FC236}">
                <a16:creationId xmlns:a16="http://schemas.microsoft.com/office/drawing/2014/main" id="{660B75ED-1B8A-5924-D271-182345C9308D}"/>
              </a:ext>
            </a:extLst>
          </p:cNvPr>
          <p:cNvSpPr>
            <a:spLocks noGrp="1"/>
          </p:cNvSpPr>
          <p:nvPr>
            <p:ph type="body" sz="quarter" idx="16"/>
          </p:nvPr>
        </p:nvSpPr>
        <p:spPr>
          <a:xfrm>
            <a:off x="266217" y="1706769"/>
            <a:ext cx="11108281" cy="4615409"/>
          </a:xfrm>
        </p:spPr>
        <p:txBody>
          <a:bodyPr/>
          <a:lstStyle/>
          <a:p>
            <a:pPr>
              <a:lnSpc>
                <a:spcPct val="150000"/>
              </a:lnSpc>
            </a:pPr>
            <a:r>
              <a:rPr lang="en-US" b="0" dirty="0">
                <a:solidFill>
                  <a:schemeClr val="tx1">
                    <a:lumMod val="85000"/>
                    <a:lumOff val="15000"/>
                  </a:schemeClr>
                </a:solidFill>
              </a:rPr>
              <a:t>Dataset was created by using Python code and ChatGPT.</a:t>
            </a:r>
            <a:br>
              <a:rPr lang="en-US" b="0" dirty="0">
                <a:solidFill>
                  <a:schemeClr val="tx1">
                    <a:lumMod val="85000"/>
                    <a:lumOff val="15000"/>
                  </a:schemeClr>
                </a:solidFill>
              </a:rPr>
            </a:br>
            <a:r>
              <a:rPr lang="en-US" b="0" dirty="0">
                <a:solidFill>
                  <a:schemeClr val="tx1">
                    <a:lumMod val="85000"/>
                    <a:lumOff val="15000"/>
                  </a:schemeClr>
                </a:solidFill>
              </a:rPr>
              <a:t>A Python function was created to classify recommended skincare products based on the range of user feature values.</a:t>
            </a:r>
            <a:br>
              <a:rPr lang="en-US" b="0" dirty="0">
                <a:solidFill>
                  <a:schemeClr val="tx1">
                    <a:lumMod val="85000"/>
                    <a:lumOff val="15000"/>
                  </a:schemeClr>
                </a:solidFill>
              </a:rPr>
            </a:br>
            <a:r>
              <a:rPr lang="en-US" b="0" dirty="0">
                <a:solidFill>
                  <a:schemeClr val="tx1">
                    <a:lumMod val="85000"/>
                    <a:lumOff val="15000"/>
                  </a:schemeClr>
                </a:solidFill>
              </a:rPr>
              <a:t>A Python dictionary was defined to map skincare conditions such as skin type, skin tone, and concerns to suitable product categories.</a:t>
            </a:r>
            <a:br>
              <a:rPr lang="en-US" b="0" dirty="0">
                <a:solidFill>
                  <a:schemeClr val="tx1">
                    <a:lumMod val="85000"/>
                    <a:lumOff val="15000"/>
                  </a:schemeClr>
                </a:solidFill>
              </a:rPr>
            </a:br>
            <a:r>
              <a:rPr lang="en-US" b="0" dirty="0">
                <a:solidFill>
                  <a:schemeClr val="tx1">
                    <a:lumMod val="85000"/>
                    <a:lumOff val="15000"/>
                  </a:schemeClr>
                </a:solidFill>
              </a:rPr>
              <a:t>A for loop was then used to generate random values for each of the features and stored them into a list.</a:t>
            </a:r>
            <a:br>
              <a:rPr lang="en-US" b="0" dirty="0">
                <a:solidFill>
                  <a:schemeClr val="tx1">
                    <a:lumMod val="85000"/>
                    <a:lumOff val="15000"/>
                  </a:schemeClr>
                </a:solidFill>
              </a:rPr>
            </a:br>
            <a:r>
              <a:rPr lang="en-US" b="0" dirty="0">
                <a:solidFill>
                  <a:schemeClr val="tx1">
                    <a:lumMod val="85000"/>
                    <a:lumOff val="15000"/>
                  </a:schemeClr>
                </a:solidFill>
              </a:rPr>
              <a:t>The list was converted into a DataFrame, which was then saved as a CSV file.</a:t>
            </a:r>
          </a:p>
          <a:p>
            <a:pPr>
              <a:lnSpc>
                <a:spcPct val="150000"/>
              </a:lnSpc>
            </a:pPr>
            <a:r>
              <a:rPr lang="en-US" b="0" dirty="0">
                <a:solidFill>
                  <a:schemeClr val="tx1">
                    <a:lumMod val="85000"/>
                    <a:lumOff val="15000"/>
                  </a:schemeClr>
                </a:solidFill>
              </a:rPr>
              <a:t>Brief Description – The dataset includes generated samples for personalized skincare recommendations, with each sample containing values such as skin type, skin tone, skin concerns, preferences, and active compounds. This structured data helps in analyzing user profiles and classifying the most suitable skincare products</a:t>
            </a:r>
          </a:p>
          <a:p>
            <a:endParaRPr lang="en-US" dirty="0"/>
          </a:p>
        </p:txBody>
      </p:sp>
      <p:sp>
        <p:nvSpPr>
          <p:cNvPr id="4" name="Footer Placeholder 3">
            <a:extLst>
              <a:ext uri="{FF2B5EF4-FFF2-40B4-BE49-F238E27FC236}">
                <a16:creationId xmlns:a16="http://schemas.microsoft.com/office/drawing/2014/main" id="{4EAD136D-505E-4253-3F50-0C565558269D}"/>
              </a:ext>
            </a:extLst>
          </p:cNvPr>
          <p:cNvSpPr>
            <a:spLocks noGrp="1"/>
          </p:cNvSpPr>
          <p:nvPr>
            <p:ph type="ftr" sz="quarter" idx="22"/>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B1743C7-C079-31F6-50CF-CAF5C83A5964}"/>
              </a:ext>
            </a:extLst>
          </p:cNvPr>
          <p:cNvSpPr>
            <a:spLocks noGrp="1"/>
          </p:cNvSpPr>
          <p:nvPr>
            <p:ph type="sldNum" sz="quarter" idx="23"/>
          </p:nvPr>
        </p:nvSpPr>
        <p:spPr/>
        <p:txBody>
          <a:bodyPr/>
          <a:lstStyle/>
          <a:p>
            <a:fld id="{295C7AAE-A677-454A-8BDB-62A0650ACE98}" type="slidenum">
              <a:rPr lang="en-US" smtClean="0"/>
              <a:pPr/>
              <a:t>5</a:t>
            </a:fld>
            <a:endParaRPr lang="en-US" dirty="0"/>
          </a:p>
        </p:txBody>
      </p:sp>
    </p:spTree>
    <p:extLst>
      <p:ext uri="{BB962C8B-B14F-4D97-AF65-F5344CB8AC3E}">
        <p14:creationId xmlns:p14="http://schemas.microsoft.com/office/powerpoint/2010/main" val="87672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9339FF-6987-AC72-6770-7CB891E7C2C8}"/>
              </a:ext>
            </a:extLst>
          </p:cNvPr>
          <p:cNvSpPr>
            <a:spLocks noGrp="1"/>
          </p:cNvSpPr>
          <p:nvPr>
            <p:ph type="body" sz="quarter" idx="24"/>
          </p:nvPr>
        </p:nvSpPr>
        <p:spPr>
          <a:xfrm>
            <a:off x="972273" y="501650"/>
            <a:ext cx="4239076" cy="1003060"/>
          </a:xfrm>
        </p:spPr>
        <p:txBody>
          <a:bodyPr/>
          <a:lstStyle/>
          <a:p>
            <a:r>
              <a:rPr lang="en-US" dirty="0"/>
              <a:t>Features</a:t>
            </a:r>
          </a:p>
        </p:txBody>
      </p:sp>
      <p:sp>
        <p:nvSpPr>
          <p:cNvPr id="4" name="Text Placeholder 3">
            <a:extLst>
              <a:ext uri="{FF2B5EF4-FFF2-40B4-BE49-F238E27FC236}">
                <a16:creationId xmlns:a16="http://schemas.microsoft.com/office/drawing/2014/main" id="{C2D93A58-6409-3C05-19A9-06479A4732CD}"/>
              </a:ext>
            </a:extLst>
          </p:cNvPr>
          <p:cNvSpPr>
            <a:spLocks noGrp="1"/>
          </p:cNvSpPr>
          <p:nvPr>
            <p:ph type="body" sz="quarter" idx="40"/>
          </p:nvPr>
        </p:nvSpPr>
        <p:spPr>
          <a:xfrm>
            <a:off x="6244466" y="501650"/>
            <a:ext cx="4114876" cy="1003060"/>
          </a:xfrm>
        </p:spPr>
        <p:txBody>
          <a:bodyPr/>
          <a:lstStyle/>
          <a:p>
            <a:r>
              <a:rPr lang="en-US" dirty="0"/>
              <a:t>Target</a:t>
            </a:r>
          </a:p>
        </p:txBody>
      </p:sp>
      <p:sp>
        <p:nvSpPr>
          <p:cNvPr id="12" name="Text Placeholder 11">
            <a:extLst>
              <a:ext uri="{FF2B5EF4-FFF2-40B4-BE49-F238E27FC236}">
                <a16:creationId xmlns:a16="http://schemas.microsoft.com/office/drawing/2014/main" id="{FE1EAB6D-2568-2EA5-EF69-8525A5F86B27}"/>
              </a:ext>
            </a:extLst>
          </p:cNvPr>
          <p:cNvSpPr>
            <a:spLocks noGrp="1"/>
          </p:cNvSpPr>
          <p:nvPr>
            <p:ph type="body" sz="quarter" idx="37"/>
          </p:nvPr>
        </p:nvSpPr>
        <p:spPr>
          <a:xfrm>
            <a:off x="972273" y="1504710"/>
            <a:ext cx="4239076" cy="3761771"/>
          </a:xfrm>
        </p:spPr>
        <p:txBody>
          <a:bodyPr/>
          <a:lstStyle/>
          <a:p>
            <a:pPr>
              <a:lnSpc>
                <a:spcPct val="100000"/>
              </a:lnSpc>
            </a:pPr>
            <a:r>
              <a:rPr lang="en-US" sz="2000" b="1" dirty="0">
                <a:effectLst>
                  <a:outerShdw blurRad="38100" dist="38100" dir="2700000" algn="tl">
                    <a:srgbClr val="000000">
                      <a:alpha val="43137"/>
                    </a:srgbClr>
                  </a:outerShdw>
                </a:effectLst>
              </a:rPr>
              <a:t>Skin Type</a:t>
            </a:r>
          </a:p>
          <a:p>
            <a:pPr>
              <a:lnSpc>
                <a:spcPct val="100000"/>
              </a:lnSpc>
            </a:pPr>
            <a:r>
              <a:rPr lang="en-US" sz="2000" b="1" dirty="0">
                <a:effectLst>
                  <a:outerShdw blurRad="38100" dist="38100" dir="2700000" algn="tl">
                    <a:srgbClr val="000000">
                      <a:alpha val="43137"/>
                    </a:srgbClr>
                  </a:outerShdw>
                </a:effectLst>
              </a:rPr>
              <a:t>Skin Tone</a:t>
            </a:r>
          </a:p>
          <a:p>
            <a:pPr>
              <a:lnSpc>
                <a:spcPct val="100000"/>
              </a:lnSpc>
            </a:pPr>
            <a:r>
              <a:rPr lang="en-US" sz="2000" b="1" dirty="0">
                <a:effectLst>
                  <a:outerShdw blurRad="38100" dist="38100" dir="2700000" algn="tl">
                    <a:srgbClr val="000000">
                      <a:alpha val="43137"/>
                    </a:srgbClr>
                  </a:outerShdw>
                </a:effectLst>
              </a:rPr>
              <a:t>Skin Concerns</a:t>
            </a:r>
          </a:p>
          <a:p>
            <a:pPr>
              <a:lnSpc>
                <a:spcPct val="100000"/>
              </a:lnSpc>
            </a:pPr>
            <a:r>
              <a:rPr lang="en-US" sz="2000" b="1" dirty="0">
                <a:effectLst>
                  <a:outerShdw blurRad="38100" dist="38100" dir="2700000" algn="tl">
                    <a:srgbClr val="000000">
                      <a:alpha val="43137"/>
                    </a:srgbClr>
                  </a:outerShdw>
                </a:effectLst>
              </a:rPr>
              <a:t>Preferences</a:t>
            </a:r>
          </a:p>
          <a:p>
            <a:pPr>
              <a:lnSpc>
                <a:spcPct val="100000"/>
              </a:lnSpc>
            </a:pPr>
            <a:r>
              <a:rPr lang="en-US" sz="2000" b="1" dirty="0">
                <a:effectLst>
                  <a:outerShdw blurRad="38100" dist="38100" dir="2700000" algn="tl">
                    <a:srgbClr val="000000">
                      <a:alpha val="43137"/>
                    </a:srgbClr>
                  </a:outerShdw>
                </a:effectLst>
              </a:rPr>
              <a:t>Gender</a:t>
            </a:r>
          </a:p>
          <a:p>
            <a:pPr>
              <a:lnSpc>
                <a:spcPct val="100000"/>
              </a:lnSpc>
            </a:pPr>
            <a:r>
              <a:rPr lang="en-US" sz="2000" b="1" dirty="0">
                <a:effectLst>
                  <a:outerShdw blurRad="38100" dist="38100" dir="2700000" algn="tl">
                    <a:srgbClr val="000000">
                      <a:alpha val="43137"/>
                    </a:srgbClr>
                  </a:outerShdw>
                </a:effectLst>
              </a:rPr>
              <a:t>Brand</a:t>
            </a:r>
          </a:p>
          <a:p>
            <a:pPr>
              <a:lnSpc>
                <a:spcPct val="100000"/>
              </a:lnSpc>
            </a:pPr>
            <a:r>
              <a:rPr lang="en-US" sz="2000" b="1" dirty="0">
                <a:effectLst>
                  <a:outerShdw blurRad="38100" dist="38100" dir="2700000" algn="tl">
                    <a:srgbClr val="000000">
                      <a:alpha val="43137"/>
                    </a:srgbClr>
                  </a:outerShdw>
                </a:effectLst>
              </a:rPr>
              <a:t>Ratings</a:t>
            </a:r>
          </a:p>
          <a:p>
            <a:pPr>
              <a:lnSpc>
                <a:spcPct val="100000"/>
              </a:lnSpc>
            </a:pPr>
            <a:r>
              <a:rPr lang="en-US" sz="2000" b="1" dirty="0">
                <a:effectLst>
                  <a:outerShdw blurRad="38100" dist="38100" dir="2700000" algn="tl">
                    <a:srgbClr val="000000">
                      <a:alpha val="43137"/>
                    </a:srgbClr>
                  </a:outerShdw>
                </a:effectLst>
              </a:rPr>
              <a:t>Active Compounds</a:t>
            </a:r>
          </a:p>
          <a:p>
            <a:endParaRPr lang="en-US" dirty="0"/>
          </a:p>
        </p:txBody>
      </p:sp>
      <p:sp>
        <p:nvSpPr>
          <p:cNvPr id="15" name="Text Placeholder 14">
            <a:extLst>
              <a:ext uri="{FF2B5EF4-FFF2-40B4-BE49-F238E27FC236}">
                <a16:creationId xmlns:a16="http://schemas.microsoft.com/office/drawing/2014/main" id="{820E95FB-6B18-D84A-0D62-6E94A1BC0655}"/>
              </a:ext>
            </a:extLst>
          </p:cNvPr>
          <p:cNvSpPr>
            <a:spLocks noGrp="1"/>
          </p:cNvSpPr>
          <p:nvPr>
            <p:ph type="body" sz="quarter" idx="44"/>
          </p:nvPr>
        </p:nvSpPr>
        <p:spPr>
          <a:xfrm>
            <a:off x="6242230" y="1504710"/>
            <a:ext cx="4117112" cy="3761771"/>
          </a:xfrm>
        </p:spPr>
        <p:txBody>
          <a:bodyPr/>
          <a:lstStyle/>
          <a:p>
            <a:r>
              <a:rPr lang="en-US" sz="1800" b="1" dirty="0">
                <a:effectLst>
                  <a:outerShdw blurRad="38100" dist="38100" dir="2700000" algn="tl">
                    <a:srgbClr val="000000">
                      <a:alpha val="43137"/>
                    </a:srgbClr>
                  </a:outerShdw>
                </a:effectLst>
              </a:rPr>
              <a:t>Cleanser + Toner + Serum + Moisturizer </a:t>
            </a:r>
          </a:p>
          <a:p>
            <a:r>
              <a:rPr lang="en-US" sz="1800" b="1" dirty="0">
                <a:effectLst>
                  <a:outerShdw blurRad="38100" dist="38100" dir="2700000" algn="tl">
                    <a:srgbClr val="000000">
                      <a:alpha val="43137"/>
                    </a:srgbClr>
                  </a:outerShdw>
                </a:effectLst>
              </a:rPr>
              <a:t>Serum + Sunscreen</a:t>
            </a:r>
          </a:p>
          <a:p>
            <a:r>
              <a:rPr lang="en-US" sz="1800" b="1" dirty="0">
                <a:effectLst>
                  <a:outerShdw blurRad="38100" dist="38100" dir="2700000" algn="tl">
                    <a:srgbClr val="000000">
                      <a:alpha val="43137"/>
                    </a:srgbClr>
                  </a:outerShdw>
                </a:effectLst>
              </a:rPr>
              <a:t>Serum + Moisturizer + Sunscreen</a:t>
            </a:r>
          </a:p>
          <a:p>
            <a:r>
              <a:rPr lang="en-US" sz="1800" b="1" dirty="0">
                <a:effectLst>
                  <a:outerShdw blurRad="38100" dist="38100" dir="2700000" algn="tl">
                    <a:srgbClr val="000000">
                      <a:alpha val="43137"/>
                    </a:srgbClr>
                  </a:outerShdw>
                </a:effectLst>
              </a:rPr>
              <a:t> Serum + Moisturizer</a:t>
            </a:r>
          </a:p>
          <a:p>
            <a:r>
              <a:rPr lang="en-US" sz="1800" b="1" dirty="0">
                <a:effectLst>
                  <a:outerShdw blurRad="38100" dist="38100" dir="2700000" algn="tl">
                    <a:srgbClr val="000000">
                      <a:alpha val="43137"/>
                    </a:srgbClr>
                  </a:outerShdw>
                </a:effectLst>
              </a:rPr>
              <a:t> Toner + Serum + Sunscreen</a:t>
            </a:r>
          </a:p>
        </p:txBody>
      </p:sp>
      <p:sp>
        <p:nvSpPr>
          <p:cNvPr id="17" name="Footer Placeholder 16">
            <a:extLst>
              <a:ext uri="{FF2B5EF4-FFF2-40B4-BE49-F238E27FC236}">
                <a16:creationId xmlns:a16="http://schemas.microsoft.com/office/drawing/2014/main" id="{88A6E5EB-64B8-8E97-BE2C-CA26B155F356}"/>
              </a:ext>
            </a:extLst>
          </p:cNvPr>
          <p:cNvSpPr>
            <a:spLocks noGrp="1"/>
          </p:cNvSpPr>
          <p:nvPr>
            <p:ph type="ftr" sz="quarter" idx="22"/>
          </p:nvPr>
        </p:nvSpPr>
        <p:spPr/>
        <p:txBody>
          <a:bodyPr/>
          <a:lstStyle/>
          <a:p>
            <a:r>
              <a:rPr lang="en-US"/>
              <a:t>Presentation title</a:t>
            </a:r>
            <a:endParaRPr lang="en-US" dirty="0"/>
          </a:p>
        </p:txBody>
      </p:sp>
      <p:sp>
        <p:nvSpPr>
          <p:cNvPr id="18" name="Slide Number Placeholder 17">
            <a:extLst>
              <a:ext uri="{FF2B5EF4-FFF2-40B4-BE49-F238E27FC236}">
                <a16:creationId xmlns:a16="http://schemas.microsoft.com/office/drawing/2014/main" id="{6A0CD3F7-B052-A371-232F-A2C4F121942E}"/>
              </a:ext>
            </a:extLst>
          </p:cNvPr>
          <p:cNvSpPr>
            <a:spLocks noGrp="1"/>
          </p:cNvSpPr>
          <p:nvPr>
            <p:ph type="sldNum" sz="quarter" idx="23"/>
          </p:nvPr>
        </p:nvSpPr>
        <p:spPr/>
        <p:txBody>
          <a:bodyPr/>
          <a:lstStyle/>
          <a:p>
            <a:fld id="{295C7AAE-A677-454A-8BDB-62A0650ACE98}" type="slidenum">
              <a:rPr lang="en-US" smtClean="0"/>
              <a:pPr/>
              <a:t>6</a:t>
            </a:fld>
            <a:endParaRPr lang="en-US" dirty="0"/>
          </a:p>
        </p:txBody>
      </p:sp>
      <p:sp>
        <p:nvSpPr>
          <p:cNvPr id="19" name="TextBox 18">
            <a:extLst>
              <a:ext uri="{FF2B5EF4-FFF2-40B4-BE49-F238E27FC236}">
                <a16:creationId xmlns:a16="http://schemas.microsoft.com/office/drawing/2014/main" id="{22CBC54C-56D7-25F7-CE3B-47E30B70F307}"/>
              </a:ext>
            </a:extLst>
          </p:cNvPr>
          <p:cNvSpPr txBox="1"/>
          <p:nvPr/>
        </p:nvSpPr>
        <p:spPr>
          <a:xfrm>
            <a:off x="1273215" y="5984111"/>
            <a:ext cx="914400" cy="474562"/>
          </a:xfrm>
          <a:prstGeom prst="rect">
            <a:avLst/>
          </a:prstGeom>
          <a:noFill/>
        </p:spPr>
        <p:txBody>
          <a:bodyPr vert="horz" wrap="none" lIns="0" tIns="0" rIns="0" bIns="0" rtlCol="0" anchor="t">
            <a:noAutofit/>
          </a:bodyPr>
          <a:lstStyle/>
          <a:p>
            <a:pPr algn="l"/>
            <a:r>
              <a:rPr lang="en-US" sz="1600" b="1" spc="500" dirty="0">
                <a:solidFill>
                  <a:schemeClr val="accent1"/>
                </a:solidFill>
              </a:rPr>
              <a:t>Number of rows in the dataset are 44062</a:t>
            </a:r>
          </a:p>
          <a:p>
            <a:pPr algn="l"/>
            <a:endParaRPr lang="en-US" sz="1600" b="1" spc="500" dirty="0">
              <a:solidFill>
                <a:schemeClr val="tx1">
                  <a:alpha val="5000"/>
                </a:schemeClr>
              </a:solidFill>
            </a:endParaRPr>
          </a:p>
        </p:txBody>
      </p:sp>
    </p:spTree>
    <p:extLst>
      <p:ext uri="{BB962C8B-B14F-4D97-AF65-F5344CB8AC3E}">
        <p14:creationId xmlns:p14="http://schemas.microsoft.com/office/powerpoint/2010/main" val="286722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animEffect transition="in" filter="fade">
                                      <p:cBhvr>
                                        <p:cTn id="17" dur="500"/>
                                        <p:tgtEl>
                                          <p:spTgt spid="1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2" end="2"/>
                                            </p:txEl>
                                          </p:spTgt>
                                        </p:tgtEl>
                                        <p:attrNameLst>
                                          <p:attrName>style.visibility</p:attrName>
                                        </p:attrNameLst>
                                      </p:cBhvr>
                                      <p:to>
                                        <p:strVal val="visible"/>
                                      </p:to>
                                    </p:set>
                                    <p:animEffect transition="in" filter="fade">
                                      <p:cBhvr>
                                        <p:cTn id="22" dur="500"/>
                                        <p:tgtEl>
                                          <p:spTgt spid="1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animEffect transition="in" filter="fade">
                                      <p:cBhvr>
                                        <p:cTn id="27" dur="500"/>
                                        <p:tgtEl>
                                          <p:spTgt spid="1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xEl>
                                              <p:pRg st="4" end="4"/>
                                            </p:txEl>
                                          </p:spTgt>
                                        </p:tgtEl>
                                        <p:attrNameLst>
                                          <p:attrName>style.visibility</p:attrName>
                                        </p:attrNameLst>
                                      </p:cBhvr>
                                      <p:to>
                                        <p:strVal val="visible"/>
                                      </p:to>
                                    </p:set>
                                    <p:animEffect transition="in" filter="fade">
                                      <p:cBhvr>
                                        <p:cTn id="32" dur="500"/>
                                        <p:tgtEl>
                                          <p:spTgt spid="1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animEffect transition="in" filter="fade">
                                      <p:cBhvr>
                                        <p:cTn id="37" dur="500"/>
                                        <p:tgtEl>
                                          <p:spTgt spid="1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xEl>
                                              <p:pRg st="6" end="6"/>
                                            </p:txEl>
                                          </p:spTgt>
                                        </p:tgtEl>
                                        <p:attrNameLst>
                                          <p:attrName>style.visibility</p:attrName>
                                        </p:attrNameLst>
                                      </p:cBhvr>
                                      <p:to>
                                        <p:strVal val="visible"/>
                                      </p:to>
                                    </p:set>
                                    <p:animEffect transition="in" filter="fade">
                                      <p:cBhvr>
                                        <p:cTn id="42" dur="500"/>
                                        <p:tgtEl>
                                          <p:spTgt spid="1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xEl>
                                              <p:pRg st="7" end="7"/>
                                            </p:txEl>
                                          </p:spTgt>
                                        </p:tgtEl>
                                        <p:attrNameLst>
                                          <p:attrName>style.visibility</p:attrName>
                                        </p:attrNameLst>
                                      </p:cBhvr>
                                      <p:to>
                                        <p:strVal val="visible"/>
                                      </p:to>
                                    </p:set>
                                    <p:animEffect transition="in" filter="fade">
                                      <p:cBhvr>
                                        <p:cTn id="47" dur="500"/>
                                        <p:tgtEl>
                                          <p:spTgt spid="1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bg/>
                                          </p:spTgt>
                                        </p:tgtEl>
                                        <p:attrNameLst>
                                          <p:attrName>style.visibility</p:attrName>
                                        </p:attrNameLst>
                                      </p:cBhvr>
                                      <p:to>
                                        <p:strVal val="visible"/>
                                      </p:to>
                                    </p:set>
                                    <p:animEffect transition="in" filter="fade">
                                      <p:cBhvr>
                                        <p:cTn id="52" dur="500"/>
                                        <p:tgtEl>
                                          <p:spTgt spid="15">
                                            <p:bg/>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5">
                                            <p:txEl>
                                              <p:pRg st="0" end="0"/>
                                            </p:txEl>
                                          </p:spTgt>
                                        </p:tgtEl>
                                        <p:attrNameLst>
                                          <p:attrName>style.visibility</p:attrName>
                                        </p:attrNameLst>
                                      </p:cBhvr>
                                      <p:to>
                                        <p:strVal val="visible"/>
                                      </p:to>
                                    </p:set>
                                    <p:animEffect transition="in" filter="fade">
                                      <p:cBhvr>
                                        <p:cTn id="57" dur="500"/>
                                        <p:tgtEl>
                                          <p:spTgt spid="15">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xEl>
                                              <p:pRg st="1" end="1"/>
                                            </p:txEl>
                                          </p:spTgt>
                                        </p:tgtEl>
                                        <p:attrNameLst>
                                          <p:attrName>style.visibility</p:attrName>
                                        </p:attrNameLst>
                                      </p:cBhvr>
                                      <p:to>
                                        <p:strVal val="visible"/>
                                      </p:to>
                                    </p:set>
                                    <p:animEffect transition="in" filter="fade">
                                      <p:cBhvr>
                                        <p:cTn id="62" dur="500"/>
                                        <p:tgtEl>
                                          <p:spTgt spid="15">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5">
                                            <p:txEl>
                                              <p:pRg st="2" end="2"/>
                                            </p:txEl>
                                          </p:spTgt>
                                        </p:tgtEl>
                                        <p:attrNameLst>
                                          <p:attrName>style.visibility</p:attrName>
                                        </p:attrNameLst>
                                      </p:cBhvr>
                                      <p:to>
                                        <p:strVal val="visible"/>
                                      </p:to>
                                    </p:set>
                                    <p:animEffect transition="in" filter="fade">
                                      <p:cBhvr>
                                        <p:cTn id="67" dur="500"/>
                                        <p:tgtEl>
                                          <p:spTgt spid="15">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5">
                                            <p:txEl>
                                              <p:pRg st="3" end="3"/>
                                            </p:txEl>
                                          </p:spTgt>
                                        </p:tgtEl>
                                        <p:attrNameLst>
                                          <p:attrName>style.visibility</p:attrName>
                                        </p:attrNameLst>
                                      </p:cBhvr>
                                      <p:to>
                                        <p:strVal val="visible"/>
                                      </p:to>
                                    </p:set>
                                    <p:animEffect transition="in" filter="fade">
                                      <p:cBhvr>
                                        <p:cTn id="72" dur="500"/>
                                        <p:tgtEl>
                                          <p:spTgt spid="15">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5">
                                            <p:txEl>
                                              <p:pRg st="4" end="4"/>
                                            </p:txEl>
                                          </p:spTgt>
                                        </p:tgtEl>
                                        <p:attrNameLst>
                                          <p:attrName>style.visibility</p:attrName>
                                        </p:attrNameLst>
                                      </p:cBhvr>
                                      <p:to>
                                        <p:strVal val="visible"/>
                                      </p:to>
                                    </p:set>
                                    <p:animEffect transition="in" filter="fade">
                                      <p:cBhvr>
                                        <p:cTn id="77"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P spid="15"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F14C2-693C-99E0-C830-35BEDAD321F4}"/>
              </a:ext>
            </a:extLst>
          </p:cNvPr>
          <p:cNvSpPr>
            <a:spLocks noGrp="1"/>
          </p:cNvSpPr>
          <p:nvPr>
            <p:ph type="title"/>
          </p:nvPr>
        </p:nvSpPr>
        <p:spPr>
          <a:xfrm>
            <a:off x="638460" y="230836"/>
            <a:ext cx="10915076" cy="1553680"/>
          </a:xfrm>
        </p:spPr>
        <p:txBody>
          <a:bodyPr/>
          <a:lstStyle/>
          <a:p>
            <a:r>
              <a:rPr lang="en-US" sz="4400" dirty="0"/>
              <a:t>Understanding the problem</a:t>
            </a:r>
          </a:p>
        </p:txBody>
      </p:sp>
      <p:sp>
        <p:nvSpPr>
          <p:cNvPr id="4" name="Footer Placeholder 3">
            <a:extLst>
              <a:ext uri="{FF2B5EF4-FFF2-40B4-BE49-F238E27FC236}">
                <a16:creationId xmlns:a16="http://schemas.microsoft.com/office/drawing/2014/main" id="{BB7A6219-99D2-408E-3E2E-1BA09F6F6CF1}"/>
              </a:ext>
            </a:extLst>
          </p:cNvPr>
          <p:cNvSpPr>
            <a:spLocks noGrp="1"/>
          </p:cNvSpPr>
          <p:nvPr>
            <p:ph type="ftr" sz="quarter" idx="22"/>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C800AC56-4B89-3271-9922-D1D9221C9F99}"/>
              </a:ext>
            </a:extLst>
          </p:cNvPr>
          <p:cNvSpPr>
            <a:spLocks noGrp="1"/>
          </p:cNvSpPr>
          <p:nvPr>
            <p:ph type="sldNum" sz="quarter" idx="23"/>
          </p:nvPr>
        </p:nvSpPr>
        <p:spPr/>
        <p:txBody>
          <a:bodyPr/>
          <a:lstStyle/>
          <a:p>
            <a:fld id="{295C7AAE-A677-454A-8BDB-62A0650ACE98}" type="slidenum">
              <a:rPr lang="en-US" smtClean="0"/>
              <a:pPr/>
              <a:t>7</a:t>
            </a:fld>
            <a:endParaRPr lang="en-US" dirty="0"/>
          </a:p>
        </p:txBody>
      </p:sp>
      <p:sp>
        <p:nvSpPr>
          <p:cNvPr id="8" name="TextBox 7">
            <a:extLst>
              <a:ext uri="{FF2B5EF4-FFF2-40B4-BE49-F238E27FC236}">
                <a16:creationId xmlns:a16="http://schemas.microsoft.com/office/drawing/2014/main" id="{048CAA4F-F766-DE68-163A-0E3498BCC2AA}"/>
              </a:ext>
            </a:extLst>
          </p:cNvPr>
          <p:cNvSpPr txBox="1"/>
          <p:nvPr/>
        </p:nvSpPr>
        <p:spPr>
          <a:xfrm>
            <a:off x="243068" y="927332"/>
            <a:ext cx="8846260" cy="5645029"/>
          </a:xfrm>
          <a:prstGeom prst="rect">
            <a:avLst/>
          </a:prstGeom>
          <a:noFill/>
        </p:spPr>
        <p:txBody>
          <a:bodyPr vert="horz" wrap="none" lIns="0" tIns="0" rIns="0" bIns="0" rtlCol="0" anchor="t">
            <a:noAutofit/>
          </a:bodyPr>
          <a:lstStyle/>
          <a:p>
            <a:r>
              <a:rPr lang="en-US" sz="2000" b="1" dirty="0">
                <a:solidFill>
                  <a:schemeClr val="tx2"/>
                </a:solidFill>
              </a:rPr>
              <a:t>Problem Definition</a:t>
            </a:r>
          </a:p>
          <a:p>
            <a:pPr>
              <a:lnSpc>
                <a:spcPct val="150000"/>
              </a:lnSpc>
            </a:pPr>
            <a:r>
              <a:rPr lang="en-US" sz="2000" dirty="0"/>
              <a:t>Inaccurate or incomplete understanding of individual skin characteristics often leads to suboptimal </a:t>
            </a:r>
          </a:p>
          <a:p>
            <a:pPr>
              <a:lnSpc>
                <a:spcPct val="150000"/>
              </a:lnSpc>
            </a:pPr>
            <a:r>
              <a:rPr lang="en-US" sz="2000" dirty="0"/>
              <a:t>skincare choices and ineffective beauty routines. This lack of precise personalization results in </a:t>
            </a:r>
          </a:p>
          <a:p>
            <a:pPr>
              <a:lnSpc>
                <a:spcPct val="150000"/>
              </a:lnSpc>
            </a:pPr>
            <a:r>
              <a:rPr lang="en-US" sz="2000" dirty="0"/>
              <a:t>unsuitable product usage, recurring skin issues, wasted expenses, and reduced customer satisfaction. </a:t>
            </a:r>
          </a:p>
          <a:p>
            <a:pPr>
              <a:lnSpc>
                <a:spcPct val="150000"/>
              </a:lnSpc>
            </a:pPr>
            <a:r>
              <a:rPr lang="en-US" sz="2000" dirty="0"/>
              <a:t>There is a need for a comprehensive and accurate skincare recommendation system to address these</a:t>
            </a:r>
          </a:p>
          <a:p>
            <a:pPr>
              <a:lnSpc>
                <a:spcPct val="150000"/>
              </a:lnSpc>
            </a:pPr>
            <a:r>
              <a:rPr lang="en-US" sz="2000" dirty="0"/>
              <a:t> issues and provide users with tailored solutions that improve skin health and confidence.</a:t>
            </a:r>
          </a:p>
          <a:p>
            <a:pPr>
              <a:lnSpc>
                <a:spcPct val="150000"/>
              </a:lnSpc>
            </a:pPr>
            <a:endParaRPr lang="en-US" sz="2000" dirty="0"/>
          </a:p>
          <a:p>
            <a:pPr>
              <a:lnSpc>
                <a:spcPct val="150000"/>
              </a:lnSpc>
            </a:pPr>
            <a:r>
              <a:rPr lang="en-US" sz="2000" b="1" dirty="0">
                <a:solidFill>
                  <a:schemeClr val="tx2"/>
                </a:solidFill>
              </a:rPr>
              <a:t>Importance</a:t>
            </a:r>
          </a:p>
          <a:p>
            <a:pPr>
              <a:lnSpc>
                <a:spcPct val="150000"/>
              </a:lnSpc>
            </a:pPr>
            <a:r>
              <a:rPr lang="en-US" sz="2000" dirty="0"/>
              <a:t>Accurate skincare product recommendation is essential for improving skin health, enhancing customer</a:t>
            </a:r>
          </a:p>
          <a:p>
            <a:pPr>
              <a:lnSpc>
                <a:spcPct val="150000"/>
              </a:lnSpc>
            </a:pPr>
            <a:r>
              <a:rPr lang="en-US" sz="2000" dirty="0"/>
              <a:t> trust, and ensuring long-term satisfaction. It enables precise product selection based on skin type,</a:t>
            </a:r>
          </a:p>
          <a:p>
            <a:pPr>
              <a:lnSpc>
                <a:spcPct val="150000"/>
              </a:lnSpc>
            </a:pPr>
            <a:r>
              <a:rPr lang="en-US" sz="2000" dirty="0"/>
              <a:t> tone, and concerns, while also helping brands personalize offerings and optimize their marketing </a:t>
            </a:r>
          </a:p>
          <a:p>
            <a:pPr>
              <a:lnSpc>
                <a:spcPct val="150000"/>
              </a:lnSpc>
            </a:pPr>
            <a:r>
              <a:rPr lang="en-US" sz="2000" dirty="0"/>
              <a:t>strategies. Ultimately, it improves user experience, promotes healthy skin outcomes, and supports </a:t>
            </a:r>
          </a:p>
          <a:p>
            <a:pPr>
              <a:lnSpc>
                <a:spcPct val="150000"/>
              </a:lnSpc>
            </a:pPr>
            <a:r>
              <a:rPr lang="en-US" sz="2000" dirty="0"/>
              <a:t>sustainable beauty practices by reducing product wastage and mismatches.</a:t>
            </a:r>
          </a:p>
          <a:p>
            <a:pPr algn="l"/>
            <a:endParaRPr lang="en-US" sz="2000" spc="500" dirty="0">
              <a:solidFill>
                <a:srgbClr val="000000"/>
              </a:solidFill>
              <a:latin typeface="Felix Titling"/>
            </a:endParaRPr>
          </a:p>
        </p:txBody>
      </p:sp>
    </p:spTree>
    <p:extLst>
      <p:ext uri="{BB962C8B-B14F-4D97-AF65-F5344CB8AC3E}">
        <p14:creationId xmlns:p14="http://schemas.microsoft.com/office/powerpoint/2010/main" val="1270722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1000"/>
                                        <p:tgtEl>
                                          <p:spTgt spid="8">
                                            <p:txEl>
                                              <p:pRg st="1" end="1"/>
                                            </p:txEl>
                                          </p:spTgt>
                                        </p:tgtEl>
                                      </p:cBhvr>
                                    </p:animEffect>
                                    <p:anim calcmode="lin" valueType="num">
                                      <p:cBhvr>
                                        <p:cTn id="20"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animEffect transition="in" filter="fade">
                                      <p:cBhvr>
                                        <p:cTn id="24" dur="1000"/>
                                        <p:tgtEl>
                                          <p:spTgt spid="8">
                                            <p:txEl>
                                              <p:pRg st="2" end="2"/>
                                            </p:txEl>
                                          </p:spTgt>
                                        </p:tgtEl>
                                      </p:cBhvr>
                                    </p:animEffect>
                                    <p:anim calcmode="lin" valueType="num">
                                      <p:cBhvr>
                                        <p:cTn id="2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xEl>
                                              <p:pRg st="3" end="3"/>
                                            </p:txEl>
                                          </p:spTgt>
                                        </p:tgtEl>
                                        <p:attrNameLst>
                                          <p:attrName>style.visibility</p:attrName>
                                        </p:attrNameLst>
                                      </p:cBhvr>
                                      <p:to>
                                        <p:strVal val="visible"/>
                                      </p:to>
                                    </p:set>
                                    <p:animEffect transition="in" filter="fade">
                                      <p:cBhvr>
                                        <p:cTn id="29" dur="1000"/>
                                        <p:tgtEl>
                                          <p:spTgt spid="8">
                                            <p:txEl>
                                              <p:pRg st="3" end="3"/>
                                            </p:txEl>
                                          </p:spTgt>
                                        </p:tgtEl>
                                      </p:cBhvr>
                                    </p:animEffect>
                                    <p:anim calcmode="lin" valueType="num">
                                      <p:cBhvr>
                                        <p:cTn id="3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4" end="4"/>
                                            </p:txEl>
                                          </p:spTgt>
                                        </p:tgtEl>
                                        <p:attrNameLst>
                                          <p:attrName>style.visibility</p:attrName>
                                        </p:attrNameLst>
                                      </p:cBhvr>
                                      <p:to>
                                        <p:strVal val="visible"/>
                                      </p:to>
                                    </p:set>
                                    <p:animEffect transition="in" filter="fade">
                                      <p:cBhvr>
                                        <p:cTn id="34" dur="1000"/>
                                        <p:tgtEl>
                                          <p:spTgt spid="8">
                                            <p:txEl>
                                              <p:pRg st="4" end="4"/>
                                            </p:txEl>
                                          </p:spTgt>
                                        </p:tgtEl>
                                      </p:cBhvr>
                                    </p:animEffect>
                                    <p:anim calcmode="lin" valueType="num">
                                      <p:cBhvr>
                                        <p:cTn id="35"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xEl>
                                              <p:pRg st="5" end="5"/>
                                            </p:txEl>
                                          </p:spTgt>
                                        </p:tgtEl>
                                        <p:attrNameLst>
                                          <p:attrName>style.visibility</p:attrName>
                                        </p:attrNameLst>
                                      </p:cBhvr>
                                      <p:to>
                                        <p:strVal val="visible"/>
                                      </p:to>
                                    </p:set>
                                    <p:animEffect transition="in" filter="fade">
                                      <p:cBhvr>
                                        <p:cTn id="39" dur="1000"/>
                                        <p:tgtEl>
                                          <p:spTgt spid="8">
                                            <p:txEl>
                                              <p:pRg st="5" end="5"/>
                                            </p:txEl>
                                          </p:spTgt>
                                        </p:tgtEl>
                                      </p:cBhvr>
                                    </p:animEffect>
                                    <p:anim calcmode="lin" valueType="num">
                                      <p:cBhvr>
                                        <p:cTn id="4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8">
                                            <p:txEl>
                                              <p:pRg st="7" end="7"/>
                                            </p:txEl>
                                          </p:spTgt>
                                        </p:tgtEl>
                                        <p:attrNameLst>
                                          <p:attrName>style.visibility</p:attrName>
                                        </p:attrNameLst>
                                      </p:cBhvr>
                                      <p:to>
                                        <p:strVal val="visible"/>
                                      </p:to>
                                    </p:set>
                                    <p:animEffect transition="in" filter="fade">
                                      <p:cBhvr>
                                        <p:cTn id="46" dur="1000"/>
                                        <p:tgtEl>
                                          <p:spTgt spid="8">
                                            <p:txEl>
                                              <p:pRg st="7" end="7"/>
                                            </p:txEl>
                                          </p:spTgt>
                                        </p:tgtEl>
                                      </p:cBhvr>
                                    </p:animEffect>
                                    <p:anim calcmode="lin" valueType="num">
                                      <p:cBhvr>
                                        <p:cTn id="47"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8">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8">
                                            <p:txEl>
                                              <p:pRg st="8" end="8"/>
                                            </p:txEl>
                                          </p:spTgt>
                                        </p:tgtEl>
                                        <p:attrNameLst>
                                          <p:attrName>style.visibility</p:attrName>
                                        </p:attrNameLst>
                                      </p:cBhvr>
                                      <p:to>
                                        <p:strVal val="visible"/>
                                      </p:to>
                                    </p:set>
                                    <p:animEffect transition="in" filter="fade">
                                      <p:cBhvr>
                                        <p:cTn id="51" dur="1000"/>
                                        <p:tgtEl>
                                          <p:spTgt spid="8">
                                            <p:txEl>
                                              <p:pRg st="8" end="8"/>
                                            </p:txEl>
                                          </p:spTgt>
                                        </p:tgtEl>
                                      </p:cBhvr>
                                    </p:animEffect>
                                    <p:anim calcmode="lin" valueType="num">
                                      <p:cBhvr>
                                        <p:cTn id="52"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8">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8">
                                            <p:txEl>
                                              <p:pRg st="9" end="9"/>
                                            </p:txEl>
                                          </p:spTgt>
                                        </p:tgtEl>
                                        <p:attrNameLst>
                                          <p:attrName>style.visibility</p:attrName>
                                        </p:attrNameLst>
                                      </p:cBhvr>
                                      <p:to>
                                        <p:strVal val="visible"/>
                                      </p:to>
                                    </p:set>
                                    <p:animEffect transition="in" filter="fade">
                                      <p:cBhvr>
                                        <p:cTn id="56" dur="1000"/>
                                        <p:tgtEl>
                                          <p:spTgt spid="8">
                                            <p:txEl>
                                              <p:pRg st="9" end="9"/>
                                            </p:txEl>
                                          </p:spTgt>
                                        </p:tgtEl>
                                      </p:cBhvr>
                                    </p:animEffect>
                                    <p:anim calcmode="lin" valueType="num">
                                      <p:cBhvr>
                                        <p:cTn id="57"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8">
                                            <p:txEl>
                                              <p:pRg st="9" end="9"/>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8">
                                            <p:txEl>
                                              <p:pRg st="10" end="10"/>
                                            </p:txEl>
                                          </p:spTgt>
                                        </p:tgtEl>
                                        <p:attrNameLst>
                                          <p:attrName>style.visibility</p:attrName>
                                        </p:attrNameLst>
                                      </p:cBhvr>
                                      <p:to>
                                        <p:strVal val="visible"/>
                                      </p:to>
                                    </p:set>
                                    <p:animEffect transition="in" filter="fade">
                                      <p:cBhvr>
                                        <p:cTn id="61" dur="1000"/>
                                        <p:tgtEl>
                                          <p:spTgt spid="8">
                                            <p:txEl>
                                              <p:pRg st="10" end="10"/>
                                            </p:txEl>
                                          </p:spTgt>
                                        </p:tgtEl>
                                      </p:cBhvr>
                                    </p:animEffect>
                                    <p:anim calcmode="lin" valueType="num">
                                      <p:cBhvr>
                                        <p:cTn id="62"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8">
                                            <p:txEl>
                                              <p:pRg st="10" end="10"/>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8">
                                            <p:txEl>
                                              <p:pRg st="11" end="11"/>
                                            </p:txEl>
                                          </p:spTgt>
                                        </p:tgtEl>
                                        <p:attrNameLst>
                                          <p:attrName>style.visibility</p:attrName>
                                        </p:attrNameLst>
                                      </p:cBhvr>
                                      <p:to>
                                        <p:strVal val="visible"/>
                                      </p:to>
                                    </p:set>
                                    <p:animEffect transition="in" filter="fade">
                                      <p:cBhvr>
                                        <p:cTn id="66" dur="1000"/>
                                        <p:tgtEl>
                                          <p:spTgt spid="8">
                                            <p:txEl>
                                              <p:pRg st="11" end="11"/>
                                            </p:txEl>
                                          </p:spTgt>
                                        </p:tgtEl>
                                      </p:cBhvr>
                                    </p:animEffect>
                                    <p:anim calcmode="lin" valueType="num">
                                      <p:cBhvr>
                                        <p:cTn id="67"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68" dur="1000" fill="hold"/>
                                        <p:tgtEl>
                                          <p:spTgt spid="8">
                                            <p:txEl>
                                              <p:pRg st="11" end="11"/>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8">
                                            <p:txEl>
                                              <p:pRg st="12" end="12"/>
                                            </p:txEl>
                                          </p:spTgt>
                                        </p:tgtEl>
                                        <p:attrNameLst>
                                          <p:attrName>style.visibility</p:attrName>
                                        </p:attrNameLst>
                                      </p:cBhvr>
                                      <p:to>
                                        <p:strVal val="visible"/>
                                      </p:to>
                                    </p:set>
                                    <p:animEffect transition="in" filter="fade">
                                      <p:cBhvr>
                                        <p:cTn id="71" dur="1000"/>
                                        <p:tgtEl>
                                          <p:spTgt spid="8">
                                            <p:txEl>
                                              <p:pRg st="12" end="12"/>
                                            </p:txEl>
                                          </p:spTgt>
                                        </p:tgtEl>
                                      </p:cBhvr>
                                    </p:animEffect>
                                    <p:anim calcmode="lin" valueType="num">
                                      <p:cBhvr>
                                        <p:cTn id="72" dur="1000" fill="hold"/>
                                        <p:tgtEl>
                                          <p:spTgt spid="8">
                                            <p:txEl>
                                              <p:pRg st="12" end="12"/>
                                            </p:txEl>
                                          </p:spTgt>
                                        </p:tgtEl>
                                        <p:attrNameLst>
                                          <p:attrName>ppt_x</p:attrName>
                                        </p:attrNameLst>
                                      </p:cBhvr>
                                      <p:tavLst>
                                        <p:tav tm="0">
                                          <p:val>
                                            <p:strVal val="#ppt_x"/>
                                          </p:val>
                                        </p:tav>
                                        <p:tav tm="100000">
                                          <p:val>
                                            <p:strVal val="#ppt_x"/>
                                          </p:val>
                                        </p:tav>
                                      </p:tavLst>
                                    </p:anim>
                                    <p:anim calcmode="lin" valueType="num">
                                      <p:cBhvr>
                                        <p:cTn id="73" dur="1000" fill="hold"/>
                                        <p:tgtEl>
                                          <p:spTgt spid="8">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A73C02-0447-AABE-5A35-F329F0A79E61}"/>
              </a:ext>
            </a:extLst>
          </p:cNvPr>
          <p:cNvSpPr txBox="1"/>
          <p:nvPr/>
        </p:nvSpPr>
        <p:spPr>
          <a:xfrm>
            <a:off x="312516" y="590310"/>
            <a:ext cx="914400" cy="914400"/>
          </a:xfrm>
          <a:prstGeom prst="rect">
            <a:avLst/>
          </a:prstGeom>
          <a:noFill/>
        </p:spPr>
        <p:txBody>
          <a:bodyPr vert="horz" wrap="none" lIns="0" tIns="0" rIns="0" bIns="0" rtlCol="0" anchor="t">
            <a:noAutofit/>
          </a:bodyPr>
          <a:lstStyle/>
          <a:p>
            <a:pPr algn="l"/>
            <a:r>
              <a:rPr lang="en-US" sz="2800" spc="500" dirty="0">
                <a:solidFill>
                  <a:schemeClr val="bg1"/>
                </a:solidFill>
                <a:latin typeface="Felix Titling"/>
              </a:rPr>
              <a:t>Importing Required libraries</a:t>
            </a:r>
          </a:p>
        </p:txBody>
      </p:sp>
      <p:pic>
        <p:nvPicPr>
          <p:cNvPr id="7" name="Picture 6">
            <a:extLst>
              <a:ext uri="{FF2B5EF4-FFF2-40B4-BE49-F238E27FC236}">
                <a16:creationId xmlns:a16="http://schemas.microsoft.com/office/drawing/2014/main" id="{D28EC582-6C07-3B38-ACD7-B56C5BED64FD}"/>
              </a:ext>
            </a:extLst>
          </p:cNvPr>
          <p:cNvPicPr>
            <a:picLocks noChangeAspect="1"/>
          </p:cNvPicPr>
          <p:nvPr/>
        </p:nvPicPr>
        <p:blipFill>
          <a:blip r:embed="rId2"/>
          <a:stretch>
            <a:fillRect/>
          </a:stretch>
        </p:blipFill>
        <p:spPr>
          <a:xfrm>
            <a:off x="312516" y="1609891"/>
            <a:ext cx="6394878" cy="4263252"/>
          </a:xfrm>
          <a:prstGeom prst="rect">
            <a:avLst/>
          </a:prstGeom>
        </p:spPr>
      </p:pic>
      <p:sp>
        <p:nvSpPr>
          <p:cNvPr id="8" name="TextBox 7">
            <a:extLst>
              <a:ext uri="{FF2B5EF4-FFF2-40B4-BE49-F238E27FC236}">
                <a16:creationId xmlns:a16="http://schemas.microsoft.com/office/drawing/2014/main" id="{281A6337-4831-BFBD-D0A8-0E0AD99FEC6E}"/>
              </a:ext>
            </a:extLst>
          </p:cNvPr>
          <p:cNvSpPr txBox="1"/>
          <p:nvPr/>
        </p:nvSpPr>
        <p:spPr>
          <a:xfrm>
            <a:off x="6944810" y="2327522"/>
            <a:ext cx="6574420" cy="3008408"/>
          </a:xfrm>
          <a:prstGeom prst="rect">
            <a:avLst/>
          </a:prstGeom>
          <a:noFill/>
        </p:spPr>
        <p:txBody>
          <a:bodyPr vert="horz" wrap="none" lIns="0" tIns="0" rIns="0" bIns="0" rtlCol="0" anchor="t">
            <a:noAutofit/>
          </a:bodyPr>
          <a:lstStyle/>
          <a:p>
            <a:pPr>
              <a:lnSpc>
                <a:spcPct val="150000"/>
              </a:lnSpc>
            </a:pPr>
            <a:r>
              <a:rPr lang="en-US" sz="2000" dirty="0">
                <a:solidFill>
                  <a:schemeClr val="bg1"/>
                </a:solidFill>
              </a:rPr>
              <a:t>Before building and executing the machine </a:t>
            </a:r>
          </a:p>
          <a:p>
            <a:pPr>
              <a:lnSpc>
                <a:spcPct val="150000"/>
              </a:lnSpc>
            </a:pPr>
            <a:r>
              <a:rPr lang="en-US" sz="2000" dirty="0">
                <a:solidFill>
                  <a:schemeClr val="bg1"/>
                </a:solidFill>
              </a:rPr>
              <a:t>learning model, it is essential to import the</a:t>
            </a:r>
          </a:p>
          <a:p>
            <a:pPr>
              <a:lnSpc>
                <a:spcPct val="150000"/>
              </a:lnSpc>
            </a:pPr>
            <a:r>
              <a:rPr lang="en-US" sz="2000" dirty="0">
                <a:solidFill>
                  <a:schemeClr val="bg1"/>
                </a:solidFill>
              </a:rPr>
              <a:t>necessary libraries. These libraries provide</a:t>
            </a:r>
          </a:p>
          <a:p>
            <a:pPr>
              <a:lnSpc>
                <a:spcPct val="150000"/>
              </a:lnSpc>
            </a:pPr>
            <a:r>
              <a:rPr lang="en-US" sz="2000" dirty="0">
                <a:solidFill>
                  <a:schemeClr val="bg1"/>
                </a:solidFill>
              </a:rPr>
              <a:t>pre-built functions and tools for data </a:t>
            </a:r>
          </a:p>
          <a:p>
            <a:pPr>
              <a:lnSpc>
                <a:spcPct val="150000"/>
              </a:lnSpc>
            </a:pPr>
            <a:r>
              <a:rPr lang="en-US" sz="2000" dirty="0">
                <a:solidFill>
                  <a:schemeClr val="bg1"/>
                </a:solidFill>
              </a:rPr>
              <a:t>manipulation, visualization, preprocessing, </a:t>
            </a:r>
          </a:p>
          <a:p>
            <a:pPr>
              <a:lnSpc>
                <a:spcPct val="150000"/>
              </a:lnSpc>
            </a:pPr>
            <a:r>
              <a:rPr lang="en-US" sz="2000" dirty="0">
                <a:solidFill>
                  <a:schemeClr val="bg1"/>
                </a:solidFill>
              </a:rPr>
              <a:t>and model development.</a:t>
            </a:r>
            <a:endParaRPr lang="en-US" sz="2000" spc="500" dirty="0">
              <a:solidFill>
                <a:schemeClr val="bg1"/>
              </a:solidFill>
              <a:latin typeface="Felix Titling"/>
            </a:endParaRPr>
          </a:p>
        </p:txBody>
      </p:sp>
    </p:spTree>
    <p:extLst>
      <p:ext uri="{BB962C8B-B14F-4D97-AF65-F5344CB8AC3E}">
        <p14:creationId xmlns:p14="http://schemas.microsoft.com/office/powerpoint/2010/main" val="197697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par>
                                <p:cTn id="8" presetID="42"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anim calcmode="lin" valueType="num">
                                      <p:cBhvr>
                                        <p:cTn id="11" dur="1000" fill="hold"/>
                                        <p:tgtEl>
                                          <p:spTgt spid="7"/>
                                        </p:tgtEl>
                                        <p:attrNameLst>
                                          <p:attrName>ppt_x</p:attrName>
                                        </p:attrNameLst>
                                      </p:cBhvr>
                                      <p:tavLst>
                                        <p:tav tm="0">
                                          <p:val>
                                            <p:strVal val="#ppt_x"/>
                                          </p:val>
                                        </p:tav>
                                        <p:tav tm="100000">
                                          <p:val>
                                            <p:strVal val="#ppt_x"/>
                                          </p:val>
                                        </p:tav>
                                      </p:tavLst>
                                    </p:anim>
                                    <p:anim calcmode="lin" valueType="num">
                                      <p:cBhvr>
                                        <p:cTn id="12" dur="1000" fill="hold"/>
                                        <p:tgtEl>
                                          <p:spTgt spid="7"/>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7DC36-417F-16C1-9FDC-A23088D83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DECAE-9DDB-26D7-C0E5-9D253EA647FC}"/>
              </a:ext>
            </a:extLst>
          </p:cNvPr>
          <p:cNvSpPr>
            <a:spLocks noGrp="1"/>
          </p:cNvSpPr>
          <p:nvPr>
            <p:ph type="title"/>
          </p:nvPr>
        </p:nvSpPr>
        <p:spPr>
          <a:xfrm>
            <a:off x="638460" y="230836"/>
            <a:ext cx="10915076" cy="1553680"/>
          </a:xfrm>
        </p:spPr>
        <p:txBody>
          <a:bodyPr/>
          <a:lstStyle/>
          <a:p>
            <a:r>
              <a:rPr lang="en-US" sz="4400" dirty="0"/>
              <a:t>Data preprocessing</a:t>
            </a:r>
          </a:p>
        </p:txBody>
      </p:sp>
      <p:sp>
        <p:nvSpPr>
          <p:cNvPr id="4" name="Footer Placeholder 3">
            <a:extLst>
              <a:ext uri="{FF2B5EF4-FFF2-40B4-BE49-F238E27FC236}">
                <a16:creationId xmlns:a16="http://schemas.microsoft.com/office/drawing/2014/main" id="{0692F11F-C898-F9CF-867F-92EE6598225B}"/>
              </a:ext>
            </a:extLst>
          </p:cNvPr>
          <p:cNvSpPr>
            <a:spLocks noGrp="1"/>
          </p:cNvSpPr>
          <p:nvPr>
            <p:ph type="ftr" sz="quarter" idx="22"/>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D0C3F7E-D41C-891B-E1FA-AD6E469ECB24}"/>
              </a:ext>
            </a:extLst>
          </p:cNvPr>
          <p:cNvSpPr>
            <a:spLocks noGrp="1"/>
          </p:cNvSpPr>
          <p:nvPr>
            <p:ph type="sldNum" sz="quarter" idx="23"/>
          </p:nvPr>
        </p:nvSpPr>
        <p:spPr/>
        <p:txBody>
          <a:bodyPr/>
          <a:lstStyle/>
          <a:p>
            <a:fld id="{295C7AAE-A677-454A-8BDB-62A0650ACE98}" type="slidenum">
              <a:rPr lang="en-US" smtClean="0"/>
              <a:pPr/>
              <a:t>9</a:t>
            </a:fld>
            <a:endParaRPr lang="en-US" dirty="0"/>
          </a:p>
        </p:txBody>
      </p:sp>
      <p:sp>
        <p:nvSpPr>
          <p:cNvPr id="8" name="TextBox 7">
            <a:extLst>
              <a:ext uri="{FF2B5EF4-FFF2-40B4-BE49-F238E27FC236}">
                <a16:creationId xmlns:a16="http://schemas.microsoft.com/office/drawing/2014/main" id="{D5B1AB6E-14AD-5CCB-FA69-5242A29FC100}"/>
              </a:ext>
            </a:extLst>
          </p:cNvPr>
          <p:cNvSpPr txBox="1"/>
          <p:nvPr/>
        </p:nvSpPr>
        <p:spPr>
          <a:xfrm>
            <a:off x="243068" y="927332"/>
            <a:ext cx="11840902" cy="5645029"/>
          </a:xfrm>
          <a:prstGeom prst="rect">
            <a:avLst/>
          </a:prstGeom>
          <a:noFill/>
        </p:spPr>
        <p:txBody>
          <a:bodyPr vert="horz" wrap="none" lIns="0" tIns="0" rIns="0" bIns="0" rtlCol="0" anchor="t">
            <a:noAutofit/>
          </a:bodyPr>
          <a:lstStyle/>
          <a:p>
            <a:r>
              <a:rPr lang="en-US" sz="2000" b="1" dirty="0">
                <a:solidFill>
                  <a:schemeClr val="tx2"/>
                </a:solidFill>
              </a:rPr>
              <a:t>Data Cleaning</a:t>
            </a:r>
          </a:p>
          <a:p>
            <a:pPr>
              <a:lnSpc>
                <a:spcPct val="150000"/>
              </a:lnSpc>
            </a:pPr>
            <a:r>
              <a:rPr lang="en-US" sz="2000" dirty="0"/>
              <a:t>The dataset was checked for missing values. Columns such as </a:t>
            </a:r>
            <a:r>
              <a:rPr lang="en-US" sz="2000" b="1" dirty="0"/>
              <a:t>Ratings</a:t>
            </a:r>
            <a:r>
              <a:rPr lang="en-US" sz="2000" dirty="0"/>
              <a:t> and </a:t>
            </a:r>
            <a:r>
              <a:rPr lang="en-US" sz="2000" b="1" dirty="0" err="1"/>
              <a:t>Active_Compounds</a:t>
            </a:r>
            <a:r>
              <a:rPr lang="en-US" sz="2000" dirty="0"/>
              <a:t> </a:t>
            </a:r>
          </a:p>
          <a:p>
            <a:pPr>
              <a:lnSpc>
                <a:spcPct val="150000"/>
              </a:lnSpc>
            </a:pPr>
            <a:r>
              <a:rPr lang="en-US" sz="2000" dirty="0"/>
              <a:t>contained null values.</a:t>
            </a:r>
          </a:p>
          <a:p>
            <a:pPr>
              <a:lnSpc>
                <a:spcPct val="150000"/>
              </a:lnSpc>
            </a:pPr>
            <a:r>
              <a:rPr lang="en-US" sz="2000" b="1" dirty="0"/>
              <a:t>Ratings</a:t>
            </a:r>
            <a:r>
              <a:rPr lang="en-US" sz="2000" dirty="0"/>
              <a:t> (numerical) were filled using the </a:t>
            </a:r>
            <a:r>
              <a:rPr lang="en-US" sz="2000" b="1" dirty="0"/>
              <a:t>median value</a:t>
            </a:r>
            <a:r>
              <a:rPr lang="en-US" sz="2000" dirty="0"/>
              <a:t> to handle skewness in distribution.</a:t>
            </a:r>
          </a:p>
          <a:p>
            <a:pPr>
              <a:lnSpc>
                <a:spcPct val="150000"/>
              </a:lnSpc>
            </a:pPr>
            <a:r>
              <a:rPr lang="en-US" sz="2000" dirty="0"/>
              <a:t>Missing values in the </a:t>
            </a:r>
            <a:r>
              <a:rPr lang="en-US" b="1" dirty="0" err="1"/>
              <a:t>Active_Compounds</a:t>
            </a:r>
            <a:r>
              <a:rPr lang="en-US" sz="2000" b="1" dirty="0"/>
              <a:t> </a:t>
            </a:r>
            <a:r>
              <a:rPr lang="en-US" sz="2000" dirty="0"/>
              <a:t>categorical feature were imputed using the </a:t>
            </a:r>
            <a:r>
              <a:rPr lang="en-US" sz="2000" b="1" dirty="0"/>
              <a:t>mode</a:t>
            </a:r>
          </a:p>
          <a:p>
            <a:pPr>
              <a:lnSpc>
                <a:spcPct val="150000"/>
              </a:lnSpc>
            </a:pPr>
            <a:r>
              <a:rPr lang="en-US" sz="2000" dirty="0"/>
              <a:t>to preserve distributional integrity and minimize bias.</a:t>
            </a:r>
          </a:p>
          <a:p>
            <a:pPr>
              <a:lnSpc>
                <a:spcPct val="150000"/>
              </a:lnSpc>
            </a:pPr>
            <a:r>
              <a:rPr lang="en-US" sz="2000" dirty="0"/>
              <a:t>.</a:t>
            </a:r>
          </a:p>
          <a:p>
            <a:pPr>
              <a:lnSpc>
                <a:spcPct val="150000"/>
              </a:lnSpc>
            </a:pPr>
            <a:r>
              <a:rPr lang="en-US" sz="2000" b="1" dirty="0">
                <a:solidFill>
                  <a:schemeClr val="tx2"/>
                </a:solidFill>
              </a:rPr>
              <a:t>Data Transformation : </a:t>
            </a:r>
            <a:r>
              <a:rPr lang="en-US" sz="2000" b="1" dirty="0" err="1">
                <a:solidFill>
                  <a:schemeClr val="tx2"/>
                </a:solidFill>
              </a:rPr>
              <a:t>LabelEncoding,Mapping</a:t>
            </a:r>
            <a:br>
              <a:rPr lang="en-US" sz="2000" dirty="0"/>
            </a:br>
            <a:r>
              <a:rPr lang="en-US" sz="2000" dirty="0"/>
              <a:t>Applied to categorical features such as </a:t>
            </a:r>
            <a:r>
              <a:rPr lang="en-US" sz="2000" b="1" dirty="0" err="1"/>
              <a:t>Skin_Type</a:t>
            </a:r>
            <a:r>
              <a:rPr lang="en-US" sz="2000" b="1" dirty="0"/>
              <a:t>, </a:t>
            </a:r>
            <a:r>
              <a:rPr lang="en-US" sz="2000" b="1" dirty="0" err="1"/>
              <a:t>Skin_Tone</a:t>
            </a:r>
            <a:r>
              <a:rPr lang="en-US" sz="2000" b="1" dirty="0"/>
              <a:t>, </a:t>
            </a:r>
            <a:r>
              <a:rPr lang="en-US" sz="2000" b="1" dirty="0" err="1"/>
              <a:t>Gender,Preference,Brand,Concerns</a:t>
            </a:r>
            <a:endParaRPr lang="en-US" sz="2000" b="1" dirty="0"/>
          </a:p>
          <a:p>
            <a:pPr>
              <a:lnSpc>
                <a:spcPct val="150000"/>
              </a:lnSpc>
            </a:pPr>
            <a:r>
              <a:rPr lang="en-US" sz="2000" dirty="0"/>
              <a:t> to convert them into numerical form required by machine learning models. Performed on categorical</a:t>
            </a:r>
          </a:p>
          <a:p>
            <a:pPr>
              <a:lnSpc>
                <a:spcPct val="150000"/>
              </a:lnSpc>
            </a:pPr>
            <a:r>
              <a:rPr lang="en-US" sz="2000" dirty="0"/>
              <a:t> values where domain knowledge was applied to assign meaningful numerical scores</a:t>
            </a:r>
            <a:endParaRPr lang="en-US" sz="2000" spc="500" dirty="0">
              <a:solidFill>
                <a:srgbClr val="000000"/>
              </a:solidFill>
              <a:latin typeface="Felix Titling"/>
            </a:endParaRPr>
          </a:p>
        </p:txBody>
      </p:sp>
    </p:spTree>
    <p:extLst>
      <p:ext uri="{BB962C8B-B14F-4D97-AF65-F5344CB8AC3E}">
        <p14:creationId xmlns:p14="http://schemas.microsoft.com/office/powerpoint/2010/main" val="286983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1000"/>
                                        <p:tgtEl>
                                          <p:spTgt spid="8">
                                            <p:txEl>
                                              <p:pRg st="0" end="0"/>
                                            </p:txEl>
                                          </p:spTgt>
                                        </p:tgtEl>
                                      </p:cBhvr>
                                    </p:animEffect>
                                    <p:anim calcmode="lin" valueType="num">
                                      <p:cBhvr>
                                        <p:cTn id="1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fade">
                                      <p:cBhvr>
                                        <p:cTn id="18" dur="1000"/>
                                        <p:tgtEl>
                                          <p:spTgt spid="8">
                                            <p:txEl>
                                              <p:pRg st="1" end="1"/>
                                            </p:txEl>
                                          </p:spTgt>
                                        </p:tgtEl>
                                      </p:cBhvr>
                                    </p:animEffect>
                                    <p:anim calcmode="lin" valueType="num">
                                      <p:cBhvr>
                                        <p:cTn id="19"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8">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animEffect transition="in" filter="fade">
                                      <p:cBhvr>
                                        <p:cTn id="23" dur="1000"/>
                                        <p:tgtEl>
                                          <p:spTgt spid="8">
                                            <p:txEl>
                                              <p:pRg st="2" end="2"/>
                                            </p:txEl>
                                          </p:spTgt>
                                        </p:tgtEl>
                                      </p:cBhvr>
                                    </p:animEffect>
                                    <p:anim calcmode="lin" valueType="num">
                                      <p:cBhvr>
                                        <p:cTn id="24"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8">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1000"/>
                                        <p:tgtEl>
                                          <p:spTgt spid="8">
                                            <p:txEl>
                                              <p:pRg st="3" end="3"/>
                                            </p:txEl>
                                          </p:spTgt>
                                        </p:tgtEl>
                                      </p:cBhvr>
                                    </p:animEffect>
                                    <p:anim calcmode="lin" valueType="num">
                                      <p:cBhvr>
                                        <p:cTn id="2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animEffect transition="in" filter="fade">
                                      <p:cBhvr>
                                        <p:cTn id="35" dur="1000"/>
                                        <p:tgtEl>
                                          <p:spTgt spid="8">
                                            <p:txEl>
                                              <p:pRg st="7" end="7"/>
                                            </p:txEl>
                                          </p:spTgt>
                                        </p:tgtEl>
                                      </p:cBhvr>
                                    </p:animEffect>
                                    <p:anim calcmode="lin" valueType="num">
                                      <p:cBhvr>
                                        <p:cTn id="36"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7" end="7"/>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8">
                                            <p:txEl>
                                              <p:pRg st="8" end="8"/>
                                            </p:txEl>
                                          </p:spTgt>
                                        </p:tgtEl>
                                        <p:attrNameLst>
                                          <p:attrName>style.visibility</p:attrName>
                                        </p:attrNameLst>
                                      </p:cBhvr>
                                      <p:to>
                                        <p:strVal val="visible"/>
                                      </p:to>
                                    </p:set>
                                    <p:animEffect transition="in" filter="fade">
                                      <p:cBhvr>
                                        <p:cTn id="40" dur="1000"/>
                                        <p:tgtEl>
                                          <p:spTgt spid="8">
                                            <p:txEl>
                                              <p:pRg st="8" end="8"/>
                                            </p:txEl>
                                          </p:spTgt>
                                        </p:tgtEl>
                                      </p:cBhvr>
                                    </p:animEffect>
                                    <p:anim calcmode="lin" valueType="num">
                                      <p:cBhvr>
                                        <p:cTn id="41"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8" end="8"/>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8">
                                            <p:txEl>
                                              <p:pRg st="9" end="9"/>
                                            </p:txEl>
                                          </p:spTgt>
                                        </p:tgtEl>
                                        <p:attrNameLst>
                                          <p:attrName>style.visibility</p:attrName>
                                        </p:attrNameLst>
                                      </p:cBhvr>
                                      <p:to>
                                        <p:strVal val="visible"/>
                                      </p:to>
                                    </p:set>
                                    <p:animEffect transition="in" filter="fade">
                                      <p:cBhvr>
                                        <p:cTn id="45" dur="1000"/>
                                        <p:tgtEl>
                                          <p:spTgt spid="8">
                                            <p:txEl>
                                              <p:pRg st="9" end="9"/>
                                            </p:txEl>
                                          </p:spTgt>
                                        </p:tgtEl>
                                      </p:cBhvr>
                                    </p:animEffect>
                                    <p:anim calcmode="lin" valueType="num">
                                      <p:cBhvr>
                                        <p:cTn id="46"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47"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67BE-B026-1F48-8512-45DC759CD8AE}"/>
              </a:ext>
            </a:extLst>
          </p:cNvPr>
          <p:cNvSpPr>
            <a:spLocks noGrp="1"/>
          </p:cNvSpPr>
          <p:nvPr>
            <p:ph type="title"/>
          </p:nvPr>
        </p:nvSpPr>
        <p:spPr>
          <a:xfrm>
            <a:off x="-137043" y="-640315"/>
            <a:ext cx="12329043" cy="1553680"/>
          </a:xfrm>
        </p:spPr>
        <p:txBody>
          <a:bodyPr/>
          <a:lstStyle/>
          <a:p>
            <a:r>
              <a:rPr lang="en-US" dirty="0"/>
              <a:t> </a:t>
            </a:r>
            <a:br>
              <a:rPr lang="en-US" dirty="0"/>
            </a:br>
            <a:r>
              <a:rPr lang="en-US" dirty="0"/>
              <a:t>exploratory data analysis</a:t>
            </a:r>
            <a:br>
              <a:rPr lang="en-US" dirty="0"/>
            </a:br>
            <a:endParaRPr lang="en-US" dirty="0"/>
          </a:p>
        </p:txBody>
      </p:sp>
      <p:sp>
        <p:nvSpPr>
          <p:cNvPr id="3" name="Footer Placeholder 2">
            <a:extLst>
              <a:ext uri="{FF2B5EF4-FFF2-40B4-BE49-F238E27FC236}">
                <a16:creationId xmlns:a16="http://schemas.microsoft.com/office/drawing/2014/main" id="{FF7FA47D-FD90-943F-AB0C-D1A2CC3586DB}"/>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8C3AF59-9CE7-4CE6-C397-FFB5DBD78F4E}"/>
              </a:ext>
            </a:extLst>
          </p:cNvPr>
          <p:cNvSpPr>
            <a:spLocks noGrp="1"/>
          </p:cNvSpPr>
          <p:nvPr>
            <p:ph type="sldNum" sz="quarter" idx="23"/>
          </p:nvPr>
        </p:nvSpPr>
        <p:spPr/>
        <p:txBody>
          <a:bodyPr/>
          <a:lstStyle/>
          <a:p>
            <a:fld id="{295C7AAE-A677-454A-8BDB-62A0650ACE98}" type="slidenum">
              <a:rPr lang="en-US" smtClean="0"/>
              <a:pPr/>
              <a:t>10</a:t>
            </a:fld>
            <a:endParaRPr lang="en-US" dirty="0"/>
          </a:p>
        </p:txBody>
      </p:sp>
      <p:pic>
        <p:nvPicPr>
          <p:cNvPr id="24" name="Picture 23">
            <a:extLst>
              <a:ext uri="{FF2B5EF4-FFF2-40B4-BE49-F238E27FC236}">
                <a16:creationId xmlns:a16="http://schemas.microsoft.com/office/drawing/2014/main" id="{3ABC034D-34B0-A81B-F2A3-9B90947D8C79}"/>
              </a:ext>
            </a:extLst>
          </p:cNvPr>
          <p:cNvPicPr>
            <a:picLocks noChangeAspect="1"/>
          </p:cNvPicPr>
          <p:nvPr/>
        </p:nvPicPr>
        <p:blipFill>
          <a:blip r:embed="rId2"/>
          <a:stretch>
            <a:fillRect/>
          </a:stretch>
        </p:blipFill>
        <p:spPr>
          <a:xfrm>
            <a:off x="7057899" y="1220972"/>
            <a:ext cx="4910900" cy="5006051"/>
          </a:xfrm>
          <a:prstGeom prst="rect">
            <a:avLst/>
          </a:prstGeom>
        </p:spPr>
      </p:pic>
      <p:sp>
        <p:nvSpPr>
          <p:cNvPr id="25" name="TextBox 24">
            <a:extLst>
              <a:ext uri="{FF2B5EF4-FFF2-40B4-BE49-F238E27FC236}">
                <a16:creationId xmlns:a16="http://schemas.microsoft.com/office/drawing/2014/main" id="{E57E58BC-E01B-151F-DC3B-67FE80D5BB34}"/>
              </a:ext>
            </a:extLst>
          </p:cNvPr>
          <p:cNvSpPr txBox="1"/>
          <p:nvPr/>
        </p:nvSpPr>
        <p:spPr>
          <a:xfrm>
            <a:off x="138895" y="1539433"/>
            <a:ext cx="6319777" cy="914400"/>
          </a:xfrm>
          <a:prstGeom prst="rect">
            <a:avLst/>
          </a:prstGeom>
          <a:noFill/>
        </p:spPr>
        <p:txBody>
          <a:bodyPr vert="horz" wrap="none" lIns="0" tIns="0" rIns="0" bIns="0" rtlCol="0" anchor="t">
            <a:noAutofit/>
          </a:bodyPr>
          <a:lstStyle/>
          <a:p>
            <a:pPr>
              <a:lnSpc>
                <a:spcPct val="150000"/>
              </a:lnSpc>
            </a:pPr>
            <a:r>
              <a:rPr lang="en-US" b="1" dirty="0">
                <a:solidFill>
                  <a:schemeClr val="tx2"/>
                </a:solidFill>
              </a:rPr>
              <a:t>Correlation Insights</a:t>
            </a:r>
          </a:p>
          <a:p>
            <a:pPr>
              <a:lnSpc>
                <a:spcPct val="150000"/>
              </a:lnSpc>
            </a:pPr>
            <a:endParaRPr lang="en-US" dirty="0"/>
          </a:p>
          <a:p>
            <a:pPr>
              <a:lnSpc>
                <a:spcPct val="150000"/>
              </a:lnSpc>
            </a:pPr>
            <a:r>
              <a:rPr lang="en-US" dirty="0"/>
              <a:t>Low Linear Correlation Across Features</a:t>
            </a:r>
            <a:br>
              <a:rPr lang="en-US" dirty="0"/>
            </a:br>
            <a:r>
              <a:rPr lang="en-US" dirty="0"/>
              <a:t>Correlation is measuring only linear relationships.</a:t>
            </a:r>
          </a:p>
          <a:p>
            <a:pPr>
              <a:lnSpc>
                <a:spcPct val="150000"/>
              </a:lnSpc>
            </a:pPr>
            <a:r>
              <a:rPr lang="en-US" dirty="0"/>
              <a:t>Since the dataset is mostly categorical (encoded as numbers) </a:t>
            </a:r>
          </a:p>
          <a:p>
            <a:pPr>
              <a:lnSpc>
                <a:spcPct val="150000"/>
              </a:lnSpc>
            </a:pPr>
            <a:r>
              <a:rPr lang="en-US" dirty="0"/>
              <a:t>and the target is a class label, Linear correlation is not meaningful.</a:t>
            </a:r>
          </a:p>
          <a:p>
            <a:pPr>
              <a:lnSpc>
                <a:spcPct val="150000"/>
              </a:lnSpc>
            </a:pPr>
            <a:r>
              <a:rPr lang="en-US" dirty="0"/>
              <a:t>Real-world skincare recommendations depend on non-linear </a:t>
            </a:r>
          </a:p>
          <a:p>
            <a:pPr>
              <a:lnSpc>
                <a:spcPct val="150000"/>
              </a:lnSpc>
            </a:pPr>
            <a:r>
              <a:rPr lang="en-US" dirty="0"/>
              <a:t>interactions (e.g., oily skin + acne concern → salicylic acid product)</a:t>
            </a:r>
          </a:p>
          <a:p>
            <a:pPr>
              <a:lnSpc>
                <a:spcPct val="150000"/>
              </a:lnSpc>
            </a:pPr>
            <a:r>
              <a:rPr lang="en-US" dirty="0"/>
              <a:t>These interactions won’t appear in a simple correlation matrix </a:t>
            </a:r>
          </a:p>
          <a:p>
            <a:pPr>
              <a:lnSpc>
                <a:spcPct val="150000"/>
              </a:lnSpc>
            </a:pPr>
            <a:r>
              <a:rPr lang="en-US" dirty="0"/>
              <a:t>but can be captured by tree-based or boosting models.</a:t>
            </a:r>
          </a:p>
          <a:p>
            <a:br>
              <a:rPr lang="en-US" dirty="0"/>
            </a:br>
            <a:endParaRPr lang="en-US" dirty="0"/>
          </a:p>
          <a:p>
            <a:pPr algn="l"/>
            <a:endParaRPr lang="en-US" sz="75000" spc="500" dirty="0">
              <a:solidFill>
                <a:srgbClr val="C16548">
                  <a:alpha val="5000"/>
                </a:srgbClr>
              </a:solidFill>
              <a:latin typeface="Felix Titling"/>
            </a:endParaRPr>
          </a:p>
        </p:txBody>
      </p:sp>
    </p:spTree>
    <p:extLst>
      <p:ext uri="{BB962C8B-B14F-4D97-AF65-F5344CB8AC3E}">
        <p14:creationId xmlns:p14="http://schemas.microsoft.com/office/powerpoint/2010/main" val="1376706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0" end="0"/>
                                            </p:txEl>
                                          </p:spTgt>
                                        </p:tgtEl>
                                        <p:attrNameLst>
                                          <p:attrName>style.visibility</p:attrName>
                                        </p:attrNameLst>
                                      </p:cBhvr>
                                      <p:to>
                                        <p:strVal val="visible"/>
                                      </p:to>
                                    </p:set>
                                    <p:animEffect transition="in" filter="fade">
                                      <p:cBhvr>
                                        <p:cTn id="17" dur="500"/>
                                        <p:tgtEl>
                                          <p:spTgt spid="25">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5">
                                            <p:txEl>
                                              <p:pRg st="2" end="2"/>
                                            </p:txEl>
                                          </p:spTgt>
                                        </p:tgtEl>
                                        <p:attrNameLst>
                                          <p:attrName>style.visibility</p:attrName>
                                        </p:attrNameLst>
                                      </p:cBhvr>
                                      <p:to>
                                        <p:strVal val="visible"/>
                                      </p:to>
                                    </p:set>
                                    <p:animEffect transition="in" filter="fade">
                                      <p:cBhvr>
                                        <p:cTn id="20" dur="500"/>
                                        <p:tgtEl>
                                          <p:spTgt spid="25">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5">
                                            <p:txEl>
                                              <p:pRg st="3" end="3"/>
                                            </p:txEl>
                                          </p:spTgt>
                                        </p:tgtEl>
                                        <p:attrNameLst>
                                          <p:attrName>style.visibility</p:attrName>
                                        </p:attrNameLst>
                                      </p:cBhvr>
                                      <p:to>
                                        <p:strVal val="visible"/>
                                      </p:to>
                                    </p:set>
                                    <p:animEffect transition="in" filter="fade">
                                      <p:cBhvr>
                                        <p:cTn id="23" dur="500"/>
                                        <p:tgtEl>
                                          <p:spTgt spid="25">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xEl>
                                              <p:pRg st="4" end="4"/>
                                            </p:txEl>
                                          </p:spTgt>
                                        </p:tgtEl>
                                        <p:attrNameLst>
                                          <p:attrName>style.visibility</p:attrName>
                                        </p:attrNameLst>
                                      </p:cBhvr>
                                      <p:to>
                                        <p:strVal val="visible"/>
                                      </p:to>
                                    </p:set>
                                    <p:animEffect transition="in" filter="fade">
                                      <p:cBhvr>
                                        <p:cTn id="26" dur="500"/>
                                        <p:tgtEl>
                                          <p:spTgt spid="25">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5">
                                            <p:txEl>
                                              <p:pRg st="5" end="5"/>
                                            </p:txEl>
                                          </p:spTgt>
                                        </p:tgtEl>
                                        <p:attrNameLst>
                                          <p:attrName>style.visibility</p:attrName>
                                        </p:attrNameLst>
                                      </p:cBhvr>
                                      <p:to>
                                        <p:strVal val="visible"/>
                                      </p:to>
                                    </p:set>
                                    <p:animEffect transition="in" filter="fade">
                                      <p:cBhvr>
                                        <p:cTn id="29" dur="500"/>
                                        <p:tgtEl>
                                          <p:spTgt spid="25">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5">
                                            <p:txEl>
                                              <p:pRg st="6" end="6"/>
                                            </p:txEl>
                                          </p:spTgt>
                                        </p:tgtEl>
                                        <p:attrNameLst>
                                          <p:attrName>style.visibility</p:attrName>
                                        </p:attrNameLst>
                                      </p:cBhvr>
                                      <p:to>
                                        <p:strVal val="visible"/>
                                      </p:to>
                                    </p:set>
                                    <p:animEffect transition="in" filter="fade">
                                      <p:cBhvr>
                                        <p:cTn id="32" dur="500"/>
                                        <p:tgtEl>
                                          <p:spTgt spid="25">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5">
                                            <p:txEl>
                                              <p:pRg st="7" end="7"/>
                                            </p:txEl>
                                          </p:spTgt>
                                        </p:tgtEl>
                                        <p:attrNameLst>
                                          <p:attrName>style.visibility</p:attrName>
                                        </p:attrNameLst>
                                      </p:cBhvr>
                                      <p:to>
                                        <p:strVal val="visible"/>
                                      </p:to>
                                    </p:set>
                                    <p:animEffect transition="in" filter="fade">
                                      <p:cBhvr>
                                        <p:cTn id="35" dur="500"/>
                                        <p:tgtEl>
                                          <p:spTgt spid="25">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5">
                                            <p:txEl>
                                              <p:pRg st="8" end="8"/>
                                            </p:txEl>
                                          </p:spTgt>
                                        </p:tgtEl>
                                        <p:attrNameLst>
                                          <p:attrName>style.visibility</p:attrName>
                                        </p:attrNameLst>
                                      </p:cBhvr>
                                      <p:to>
                                        <p:strVal val="visible"/>
                                      </p:to>
                                    </p:set>
                                    <p:animEffect transition="in" filter="fade">
                                      <p:cBhvr>
                                        <p:cTn id="38" dur="500"/>
                                        <p:tgtEl>
                                          <p:spTgt spid="2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CB1E9-5D5A-D98A-463B-1A93AAF61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23543-2623-CCF8-7F9C-816CFFC006A8}"/>
              </a:ext>
            </a:extLst>
          </p:cNvPr>
          <p:cNvSpPr>
            <a:spLocks noGrp="1"/>
          </p:cNvSpPr>
          <p:nvPr>
            <p:ph type="title"/>
          </p:nvPr>
        </p:nvSpPr>
        <p:spPr>
          <a:xfrm>
            <a:off x="-137043" y="-640315"/>
            <a:ext cx="12329043" cy="1553680"/>
          </a:xfrm>
        </p:spPr>
        <p:txBody>
          <a:bodyPr/>
          <a:lstStyle/>
          <a:p>
            <a:r>
              <a:rPr lang="en-US" dirty="0"/>
              <a:t> </a:t>
            </a:r>
            <a:br>
              <a:rPr lang="en-US" dirty="0"/>
            </a:br>
            <a:br>
              <a:rPr lang="en-US" dirty="0"/>
            </a:br>
            <a:endParaRPr lang="en-US" dirty="0"/>
          </a:p>
        </p:txBody>
      </p:sp>
      <p:sp>
        <p:nvSpPr>
          <p:cNvPr id="3" name="Footer Placeholder 2">
            <a:extLst>
              <a:ext uri="{FF2B5EF4-FFF2-40B4-BE49-F238E27FC236}">
                <a16:creationId xmlns:a16="http://schemas.microsoft.com/office/drawing/2014/main" id="{073E2644-35D7-6229-D894-AF62E79B45A6}"/>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FFB36431-E3C7-8C0C-6BDB-DF6822A839E3}"/>
              </a:ext>
            </a:extLst>
          </p:cNvPr>
          <p:cNvSpPr>
            <a:spLocks noGrp="1"/>
          </p:cNvSpPr>
          <p:nvPr>
            <p:ph type="sldNum" sz="quarter" idx="23"/>
          </p:nvPr>
        </p:nvSpPr>
        <p:spPr/>
        <p:txBody>
          <a:bodyPr/>
          <a:lstStyle/>
          <a:p>
            <a:fld id="{295C7AAE-A677-454A-8BDB-62A0650ACE98}" type="slidenum">
              <a:rPr lang="en-US" smtClean="0"/>
              <a:pPr/>
              <a:t>11</a:t>
            </a:fld>
            <a:endParaRPr lang="en-US" dirty="0"/>
          </a:p>
        </p:txBody>
      </p:sp>
      <p:pic>
        <p:nvPicPr>
          <p:cNvPr id="24" name="Picture 23">
            <a:extLst>
              <a:ext uri="{FF2B5EF4-FFF2-40B4-BE49-F238E27FC236}">
                <a16:creationId xmlns:a16="http://schemas.microsoft.com/office/drawing/2014/main" id="{11B2E326-4B5D-4EE3-BA01-C444D9B60D8D}"/>
              </a:ext>
            </a:extLst>
          </p:cNvPr>
          <p:cNvPicPr>
            <a:picLocks noChangeAspect="1"/>
          </p:cNvPicPr>
          <p:nvPr/>
        </p:nvPicPr>
        <p:blipFill>
          <a:blip r:embed="rId2"/>
          <a:srcRect/>
          <a:stretch/>
        </p:blipFill>
        <p:spPr>
          <a:xfrm>
            <a:off x="3870953" y="538765"/>
            <a:ext cx="5631863" cy="5093636"/>
          </a:xfrm>
          <a:prstGeom prst="rect">
            <a:avLst/>
          </a:prstGeom>
        </p:spPr>
      </p:pic>
      <p:sp>
        <p:nvSpPr>
          <p:cNvPr id="25" name="TextBox 24">
            <a:extLst>
              <a:ext uri="{FF2B5EF4-FFF2-40B4-BE49-F238E27FC236}">
                <a16:creationId xmlns:a16="http://schemas.microsoft.com/office/drawing/2014/main" id="{7C189D4B-287D-AEE8-9E2E-920E42105CF6}"/>
              </a:ext>
            </a:extLst>
          </p:cNvPr>
          <p:cNvSpPr txBox="1"/>
          <p:nvPr/>
        </p:nvSpPr>
        <p:spPr>
          <a:xfrm>
            <a:off x="108995" y="133915"/>
            <a:ext cx="6319777" cy="914400"/>
          </a:xfrm>
          <a:prstGeom prst="rect">
            <a:avLst/>
          </a:prstGeom>
          <a:noFill/>
        </p:spPr>
        <p:txBody>
          <a:bodyPr vert="horz" wrap="none" lIns="0" tIns="0" rIns="0" bIns="0" rtlCol="0" anchor="t">
            <a:noAutofit/>
          </a:bodyPr>
          <a:lstStyle/>
          <a:p>
            <a:r>
              <a:rPr lang="en-US" b="1" dirty="0">
                <a:solidFill>
                  <a:schemeClr val="tx2"/>
                </a:solidFill>
              </a:rPr>
              <a:t>Boxplot Analysis for Outlier detection</a:t>
            </a:r>
          </a:p>
          <a:p>
            <a:br>
              <a:rPr lang="en-US" dirty="0"/>
            </a:br>
            <a:endParaRPr lang="en-US" dirty="0"/>
          </a:p>
          <a:p>
            <a:pPr algn="l"/>
            <a:endParaRPr lang="en-US" sz="2000" spc="500" dirty="0">
              <a:solidFill>
                <a:srgbClr val="C16548">
                  <a:alpha val="5000"/>
                </a:srgbClr>
              </a:solidFill>
              <a:latin typeface="Felix Titling"/>
            </a:endParaRPr>
          </a:p>
        </p:txBody>
      </p:sp>
      <p:sp>
        <p:nvSpPr>
          <p:cNvPr id="5" name="TextBox 4">
            <a:extLst>
              <a:ext uri="{FF2B5EF4-FFF2-40B4-BE49-F238E27FC236}">
                <a16:creationId xmlns:a16="http://schemas.microsoft.com/office/drawing/2014/main" id="{5332A70C-5E09-2296-DAE8-FAFFBDEB45E7}"/>
              </a:ext>
            </a:extLst>
          </p:cNvPr>
          <p:cNvSpPr txBox="1"/>
          <p:nvPr/>
        </p:nvSpPr>
        <p:spPr>
          <a:xfrm>
            <a:off x="282616" y="5537176"/>
            <a:ext cx="8713884" cy="914400"/>
          </a:xfrm>
          <a:prstGeom prst="rect">
            <a:avLst/>
          </a:prstGeom>
          <a:noFill/>
        </p:spPr>
        <p:txBody>
          <a:bodyPr vert="horz" wrap="none" lIns="0" tIns="0" rIns="0" bIns="0" rtlCol="0" anchor="t">
            <a:noAutofit/>
          </a:bodyPr>
          <a:lstStyle/>
          <a:p>
            <a:r>
              <a:rPr lang="en-US" sz="2000" dirty="0"/>
              <a:t>Ratings Show High Variability</a:t>
            </a:r>
          </a:p>
          <a:p>
            <a:r>
              <a:rPr lang="en-US" sz="2000" dirty="0"/>
              <a:t>The Ratings category has the widest spread and the most outliers.</a:t>
            </a:r>
          </a:p>
          <a:p>
            <a:r>
              <a:rPr lang="en-US" sz="2000" dirty="0"/>
              <a:t>This suggests that customer satisfaction is highly variable across products, brands, and user profiles</a:t>
            </a:r>
          </a:p>
          <a:p>
            <a:endParaRPr lang="en-US" sz="2400" dirty="0"/>
          </a:p>
          <a:p>
            <a:pPr algn="l"/>
            <a:endParaRPr lang="en-US" sz="2400" spc="500" dirty="0">
              <a:solidFill>
                <a:srgbClr val="C16548">
                  <a:alpha val="5000"/>
                </a:srgbClr>
              </a:solidFill>
              <a:latin typeface="Felix Titling"/>
            </a:endParaRPr>
          </a:p>
        </p:txBody>
      </p:sp>
    </p:spTree>
    <p:extLst>
      <p:ext uri="{BB962C8B-B14F-4D97-AF65-F5344CB8AC3E}">
        <p14:creationId xmlns:p14="http://schemas.microsoft.com/office/powerpoint/2010/main" val="3825324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barn(inVertical)">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8271-2193-E123-C38F-247D5436F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76CFC-FF0D-C67B-930C-362573566B06}"/>
              </a:ext>
            </a:extLst>
          </p:cNvPr>
          <p:cNvSpPr>
            <a:spLocks noGrp="1"/>
          </p:cNvSpPr>
          <p:nvPr>
            <p:ph type="title"/>
          </p:nvPr>
        </p:nvSpPr>
        <p:spPr>
          <a:xfrm>
            <a:off x="-137043" y="-640315"/>
            <a:ext cx="12329043" cy="1553680"/>
          </a:xfrm>
        </p:spPr>
        <p:txBody>
          <a:bodyPr/>
          <a:lstStyle/>
          <a:p>
            <a:r>
              <a:rPr lang="en-US" dirty="0"/>
              <a:t> </a:t>
            </a:r>
            <a:br>
              <a:rPr lang="en-US" dirty="0"/>
            </a:br>
            <a:br>
              <a:rPr lang="en-US" dirty="0"/>
            </a:br>
            <a:endParaRPr lang="en-US" dirty="0"/>
          </a:p>
        </p:txBody>
      </p:sp>
      <p:sp>
        <p:nvSpPr>
          <p:cNvPr id="3" name="Footer Placeholder 2">
            <a:extLst>
              <a:ext uri="{FF2B5EF4-FFF2-40B4-BE49-F238E27FC236}">
                <a16:creationId xmlns:a16="http://schemas.microsoft.com/office/drawing/2014/main" id="{78B78E75-FF4B-0F58-27B8-755EBDBBB696}"/>
              </a:ext>
            </a:extLst>
          </p:cNvPr>
          <p:cNvSpPr>
            <a:spLocks noGrp="1"/>
          </p:cNvSpPr>
          <p:nvPr>
            <p:ph type="ftr" sz="quarter" idx="22"/>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1841AC8-47DE-9E2F-DE4A-3A2C349D0259}"/>
              </a:ext>
            </a:extLst>
          </p:cNvPr>
          <p:cNvSpPr>
            <a:spLocks noGrp="1"/>
          </p:cNvSpPr>
          <p:nvPr>
            <p:ph type="sldNum" sz="quarter" idx="23"/>
          </p:nvPr>
        </p:nvSpPr>
        <p:spPr/>
        <p:txBody>
          <a:bodyPr/>
          <a:lstStyle/>
          <a:p>
            <a:fld id="{295C7AAE-A677-454A-8BDB-62A0650ACE98}" type="slidenum">
              <a:rPr lang="en-US" smtClean="0"/>
              <a:pPr/>
              <a:t>12</a:t>
            </a:fld>
            <a:endParaRPr lang="en-US" dirty="0"/>
          </a:p>
        </p:txBody>
      </p:sp>
      <p:pic>
        <p:nvPicPr>
          <p:cNvPr id="24" name="Picture 23">
            <a:extLst>
              <a:ext uri="{FF2B5EF4-FFF2-40B4-BE49-F238E27FC236}">
                <a16:creationId xmlns:a16="http://schemas.microsoft.com/office/drawing/2014/main" id="{5F54CDD7-41A0-466F-BDB8-774FB168CE71}"/>
              </a:ext>
            </a:extLst>
          </p:cNvPr>
          <p:cNvPicPr>
            <a:picLocks noChangeAspect="1"/>
          </p:cNvPicPr>
          <p:nvPr/>
        </p:nvPicPr>
        <p:blipFill>
          <a:blip r:embed="rId2"/>
          <a:srcRect/>
          <a:stretch/>
        </p:blipFill>
        <p:spPr>
          <a:xfrm>
            <a:off x="3870953" y="876534"/>
            <a:ext cx="5631863" cy="4418098"/>
          </a:xfrm>
          <a:prstGeom prst="rect">
            <a:avLst/>
          </a:prstGeom>
        </p:spPr>
      </p:pic>
      <p:sp>
        <p:nvSpPr>
          <p:cNvPr id="25" name="TextBox 24">
            <a:extLst>
              <a:ext uri="{FF2B5EF4-FFF2-40B4-BE49-F238E27FC236}">
                <a16:creationId xmlns:a16="http://schemas.microsoft.com/office/drawing/2014/main" id="{C9D8A740-077A-F4C4-1E26-99F521F6421D}"/>
              </a:ext>
            </a:extLst>
          </p:cNvPr>
          <p:cNvSpPr txBox="1"/>
          <p:nvPr/>
        </p:nvSpPr>
        <p:spPr>
          <a:xfrm>
            <a:off x="143719" y="298062"/>
            <a:ext cx="6319777" cy="914400"/>
          </a:xfrm>
          <a:prstGeom prst="rect">
            <a:avLst/>
          </a:prstGeom>
          <a:noFill/>
        </p:spPr>
        <p:txBody>
          <a:bodyPr vert="horz" wrap="none" lIns="0" tIns="0" rIns="0" bIns="0" rtlCol="0" anchor="t">
            <a:noAutofit/>
          </a:bodyPr>
          <a:lstStyle/>
          <a:p>
            <a:r>
              <a:rPr lang="en-US" b="1" dirty="0">
                <a:solidFill>
                  <a:schemeClr val="tx2"/>
                </a:solidFill>
              </a:rPr>
              <a:t>Distribution of  Product Ratings </a:t>
            </a:r>
          </a:p>
          <a:p>
            <a:endParaRPr lang="en-US" b="1" dirty="0">
              <a:solidFill>
                <a:schemeClr val="tx2"/>
              </a:solidFill>
            </a:endParaRPr>
          </a:p>
          <a:p>
            <a:br>
              <a:rPr lang="en-US" dirty="0"/>
            </a:br>
            <a:endParaRPr lang="en-US" dirty="0"/>
          </a:p>
          <a:p>
            <a:pPr algn="l"/>
            <a:endParaRPr lang="en-US" sz="2000" spc="500" dirty="0">
              <a:solidFill>
                <a:srgbClr val="C16548">
                  <a:alpha val="5000"/>
                </a:srgbClr>
              </a:solidFill>
              <a:latin typeface="Felix Titling"/>
            </a:endParaRPr>
          </a:p>
        </p:txBody>
      </p:sp>
      <p:sp>
        <p:nvSpPr>
          <p:cNvPr id="5" name="TextBox 4">
            <a:extLst>
              <a:ext uri="{FF2B5EF4-FFF2-40B4-BE49-F238E27FC236}">
                <a16:creationId xmlns:a16="http://schemas.microsoft.com/office/drawing/2014/main" id="{EE31D754-0683-3FAF-1A43-8B702D76784D}"/>
              </a:ext>
            </a:extLst>
          </p:cNvPr>
          <p:cNvSpPr txBox="1"/>
          <p:nvPr/>
        </p:nvSpPr>
        <p:spPr>
          <a:xfrm>
            <a:off x="143719" y="5294632"/>
            <a:ext cx="8713884" cy="914400"/>
          </a:xfrm>
          <a:prstGeom prst="rect">
            <a:avLst/>
          </a:prstGeom>
          <a:noFill/>
        </p:spPr>
        <p:txBody>
          <a:bodyPr vert="horz" wrap="none" lIns="0" tIns="0" rIns="0" bIns="0" rtlCol="0" anchor="t">
            <a:noAutofit/>
          </a:bodyPr>
          <a:lstStyle/>
          <a:p>
            <a:pPr algn="l"/>
            <a:endParaRPr lang="en-US" sz="2400" spc="500" dirty="0">
              <a:solidFill>
                <a:srgbClr val="C16548">
                  <a:alpha val="5000"/>
                </a:srgbClr>
              </a:solidFill>
              <a:latin typeface="Felix Titling"/>
            </a:endParaRPr>
          </a:p>
        </p:txBody>
      </p:sp>
      <p:sp>
        <p:nvSpPr>
          <p:cNvPr id="6" name="Rectangle 1">
            <a:extLst>
              <a:ext uri="{FF2B5EF4-FFF2-40B4-BE49-F238E27FC236}">
                <a16:creationId xmlns:a16="http://schemas.microsoft.com/office/drawing/2014/main" id="{59E247E1-5F9E-D0FF-9B96-53EE8573E8B3}"/>
              </a:ext>
            </a:extLst>
          </p:cNvPr>
          <p:cNvSpPr>
            <a:spLocks noChangeArrowheads="1"/>
          </p:cNvSpPr>
          <p:nvPr/>
        </p:nvSpPr>
        <p:spPr bwMode="auto">
          <a:xfrm>
            <a:off x="277793" y="4784568"/>
            <a:ext cx="687887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Peak around rating 3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Gradual decline after 5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Sparse values at 6 and 7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Distribution is not perfectly normal, but not heavily skewed either.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995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barn(inVertical)">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fade">
                                      <p:cBhvr>
                                        <p:cTn id="24" dur="1000"/>
                                        <p:tgtEl>
                                          <p:spTgt spid="6">
                                            <p:txEl>
                                              <p:pRg st="1" end="1"/>
                                            </p:txEl>
                                          </p:spTgt>
                                        </p:tgtEl>
                                      </p:cBhvr>
                                    </p:animEffect>
                                    <p:anim calcmode="lin" valueType="num">
                                      <p:cBhvr>
                                        <p:cTn id="2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fade">
                                      <p:cBhvr>
                                        <p:cTn id="29" dur="1000"/>
                                        <p:tgtEl>
                                          <p:spTgt spid="6">
                                            <p:txEl>
                                              <p:pRg st="2" end="2"/>
                                            </p:txEl>
                                          </p:spTgt>
                                        </p:tgtEl>
                                      </p:cBhvr>
                                    </p:animEffect>
                                    <p:anim calcmode="lin" valueType="num">
                                      <p:cBhvr>
                                        <p:cTn id="3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6">
                                            <p:txEl>
                                              <p:pRg st="3" end="3"/>
                                            </p:txEl>
                                          </p:spTgt>
                                        </p:tgtEl>
                                        <p:attrNameLst>
                                          <p:attrName>style.visibility</p:attrName>
                                        </p:attrNameLst>
                                      </p:cBhvr>
                                      <p:to>
                                        <p:strVal val="visible"/>
                                      </p:to>
                                    </p:set>
                                    <p:animEffect transition="in" filter="fade">
                                      <p:cBhvr>
                                        <p:cTn id="34" dur="1000"/>
                                        <p:tgtEl>
                                          <p:spTgt spid="6">
                                            <p:txEl>
                                              <p:pRg st="3" end="3"/>
                                            </p:txEl>
                                          </p:spTgt>
                                        </p:tgtEl>
                                      </p:cBhvr>
                                    </p:animEffect>
                                    <p:anim calcmode="lin" valueType="num">
                                      <p:cBhvr>
                                        <p:cTn id="35"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984AE-BD2E-60E8-D843-BB0B7BCB0819}"/>
              </a:ext>
            </a:extLst>
          </p:cNvPr>
          <p:cNvSpPr>
            <a:spLocks noGrp="1"/>
          </p:cNvSpPr>
          <p:nvPr>
            <p:ph type="title"/>
          </p:nvPr>
        </p:nvSpPr>
        <p:spPr>
          <a:xfrm>
            <a:off x="6096000" y="214652"/>
            <a:ext cx="6099858" cy="1335273"/>
          </a:xfrm>
        </p:spPr>
        <p:txBody>
          <a:bodyPr/>
          <a:lstStyle/>
          <a:p>
            <a:r>
              <a:rPr lang="en-US" sz="2800" dirty="0"/>
              <a:t>Removing Outliers</a:t>
            </a:r>
          </a:p>
        </p:txBody>
      </p:sp>
      <p:sp>
        <p:nvSpPr>
          <p:cNvPr id="3" name="Footer Placeholder 2">
            <a:extLst>
              <a:ext uri="{FF2B5EF4-FFF2-40B4-BE49-F238E27FC236}">
                <a16:creationId xmlns:a16="http://schemas.microsoft.com/office/drawing/2014/main" id="{611B0563-2076-A96B-B015-632F6A459D98}"/>
              </a:ext>
            </a:extLst>
          </p:cNvPr>
          <p:cNvSpPr>
            <a:spLocks noGrp="1"/>
          </p:cNvSpPr>
          <p:nvPr>
            <p:ph type="ftr" sz="quarter" idx="22"/>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80581866-CCAA-E4BC-90F2-F3D61AF03241}"/>
              </a:ext>
            </a:extLst>
          </p:cNvPr>
          <p:cNvSpPr>
            <a:spLocks noGrp="1"/>
          </p:cNvSpPr>
          <p:nvPr>
            <p:ph type="sldNum" sz="quarter" idx="23"/>
          </p:nvPr>
        </p:nvSpPr>
        <p:spPr/>
        <p:txBody>
          <a:bodyPr/>
          <a:lstStyle/>
          <a:p>
            <a:fld id="{295C7AAE-A677-454A-8BDB-62A0650ACE98}" type="slidenum">
              <a:rPr lang="en-US" smtClean="0"/>
              <a:pPr/>
              <a:t>13</a:t>
            </a:fld>
            <a:endParaRPr lang="en-US" dirty="0"/>
          </a:p>
        </p:txBody>
      </p:sp>
      <p:pic>
        <p:nvPicPr>
          <p:cNvPr id="13" name="Picture 12">
            <a:extLst>
              <a:ext uri="{FF2B5EF4-FFF2-40B4-BE49-F238E27FC236}">
                <a16:creationId xmlns:a16="http://schemas.microsoft.com/office/drawing/2014/main" id="{BA154153-D40C-3778-28BD-4D85535070E7}"/>
              </a:ext>
            </a:extLst>
          </p:cNvPr>
          <p:cNvPicPr>
            <a:picLocks noChangeAspect="1"/>
          </p:cNvPicPr>
          <p:nvPr/>
        </p:nvPicPr>
        <p:blipFill>
          <a:blip r:embed="rId2"/>
          <a:stretch>
            <a:fillRect/>
          </a:stretch>
        </p:blipFill>
        <p:spPr>
          <a:xfrm>
            <a:off x="210780" y="214652"/>
            <a:ext cx="4808114" cy="4737613"/>
          </a:xfrm>
          <a:prstGeom prst="rect">
            <a:avLst/>
          </a:prstGeom>
        </p:spPr>
      </p:pic>
      <p:pic>
        <p:nvPicPr>
          <p:cNvPr id="23" name="Picture 22">
            <a:extLst>
              <a:ext uri="{FF2B5EF4-FFF2-40B4-BE49-F238E27FC236}">
                <a16:creationId xmlns:a16="http://schemas.microsoft.com/office/drawing/2014/main" id="{F4DA7367-9641-0F87-BDCB-A6E0B2278A8A}"/>
              </a:ext>
            </a:extLst>
          </p:cNvPr>
          <p:cNvPicPr>
            <a:picLocks noChangeAspect="1"/>
          </p:cNvPicPr>
          <p:nvPr/>
        </p:nvPicPr>
        <p:blipFill>
          <a:blip r:embed="rId3"/>
          <a:stretch>
            <a:fillRect/>
          </a:stretch>
        </p:blipFill>
        <p:spPr>
          <a:xfrm>
            <a:off x="6799687" y="1069061"/>
            <a:ext cx="5065786" cy="3803912"/>
          </a:xfrm>
          <a:prstGeom prst="rect">
            <a:avLst/>
          </a:prstGeom>
        </p:spPr>
      </p:pic>
      <p:sp>
        <p:nvSpPr>
          <p:cNvPr id="24" name="TextBox 23">
            <a:extLst>
              <a:ext uri="{FF2B5EF4-FFF2-40B4-BE49-F238E27FC236}">
                <a16:creationId xmlns:a16="http://schemas.microsoft.com/office/drawing/2014/main" id="{2E87C47A-D6F3-25A2-71E6-1816CCD8B97D}"/>
              </a:ext>
            </a:extLst>
          </p:cNvPr>
          <p:cNvSpPr txBox="1"/>
          <p:nvPr/>
        </p:nvSpPr>
        <p:spPr>
          <a:xfrm>
            <a:off x="438797" y="5441950"/>
            <a:ext cx="914400" cy="914400"/>
          </a:xfrm>
          <a:prstGeom prst="rect">
            <a:avLst/>
          </a:prstGeom>
          <a:noFill/>
        </p:spPr>
        <p:txBody>
          <a:bodyPr vert="horz" wrap="none" lIns="0" tIns="0" rIns="0" bIns="0" rtlCol="0" anchor="t">
            <a:noAutofit/>
          </a:bodyPr>
          <a:lstStyle/>
          <a:p>
            <a:r>
              <a:rPr lang="en-US" sz="2000" dirty="0"/>
              <a:t>Outliers in the Ratings feature were removed using the IQR method, which defines a robust range</a:t>
            </a:r>
          </a:p>
          <a:p>
            <a:r>
              <a:rPr lang="en-US" sz="2000" dirty="0"/>
              <a:t> based on the interquartile spread.</a:t>
            </a:r>
            <a:br>
              <a:rPr lang="en-US" sz="2000" dirty="0"/>
            </a:br>
            <a:endParaRPr lang="en-US" sz="2000" dirty="0"/>
          </a:p>
          <a:p>
            <a:pPr algn="l"/>
            <a:endParaRPr lang="en-US" sz="2400" spc="500" dirty="0">
              <a:solidFill>
                <a:srgbClr val="C16548">
                  <a:alpha val="5000"/>
                </a:srgbClr>
              </a:solidFill>
              <a:latin typeface="Felix Titling"/>
            </a:endParaRPr>
          </a:p>
        </p:txBody>
      </p:sp>
    </p:spTree>
    <p:extLst>
      <p:ext uri="{BB962C8B-B14F-4D97-AF65-F5344CB8AC3E}">
        <p14:creationId xmlns:p14="http://schemas.microsoft.com/office/powerpoint/2010/main" val="231950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1000"/>
                                        <p:tgtEl>
                                          <p:spTgt spid="23"/>
                                        </p:tgtEl>
                                      </p:cBhvr>
                                    </p:animEffect>
                                    <p:anim calcmode="lin" valueType="num">
                                      <p:cBhvr>
                                        <p:cTn id="19" dur="1000" fill="hold"/>
                                        <p:tgtEl>
                                          <p:spTgt spid="23"/>
                                        </p:tgtEl>
                                        <p:attrNameLst>
                                          <p:attrName>ppt_x</p:attrName>
                                        </p:attrNameLst>
                                      </p:cBhvr>
                                      <p:tavLst>
                                        <p:tav tm="0">
                                          <p:val>
                                            <p:strVal val="#ppt_x"/>
                                          </p:val>
                                        </p:tav>
                                        <p:tav tm="100000">
                                          <p:val>
                                            <p:strVal val="#ppt_x"/>
                                          </p:val>
                                        </p:tav>
                                      </p:tavLst>
                                    </p:anim>
                                    <p:anim calcmode="lin" valueType="num">
                                      <p:cBhvr>
                                        <p:cTn id="2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4">
                                            <p:txEl>
                                              <p:pRg st="0" end="0"/>
                                            </p:txEl>
                                          </p:spTgt>
                                        </p:tgtEl>
                                        <p:attrNameLst>
                                          <p:attrName>style.visibility</p:attrName>
                                        </p:attrNameLst>
                                      </p:cBhvr>
                                      <p:to>
                                        <p:strVal val="visible"/>
                                      </p:to>
                                    </p:set>
                                    <p:animEffect transition="in" filter="fade">
                                      <p:cBhvr>
                                        <p:cTn id="25" dur="1000"/>
                                        <p:tgtEl>
                                          <p:spTgt spid="24">
                                            <p:txEl>
                                              <p:pRg st="0" end="0"/>
                                            </p:txEl>
                                          </p:spTgt>
                                        </p:tgtEl>
                                      </p:cBhvr>
                                    </p:animEffect>
                                    <p:anim calcmode="lin" valueType="num">
                                      <p:cBhvr>
                                        <p:cTn id="26" dur="1000" fill="hold"/>
                                        <p:tgtEl>
                                          <p:spTgt spid="24">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24">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24">
                                            <p:txEl>
                                              <p:pRg st="1" end="1"/>
                                            </p:txEl>
                                          </p:spTgt>
                                        </p:tgtEl>
                                        <p:attrNameLst>
                                          <p:attrName>style.visibility</p:attrName>
                                        </p:attrNameLst>
                                      </p:cBhvr>
                                      <p:to>
                                        <p:strVal val="visible"/>
                                      </p:to>
                                    </p:set>
                                    <p:animEffect transition="in" filter="fade">
                                      <p:cBhvr>
                                        <p:cTn id="30" dur="1000"/>
                                        <p:tgtEl>
                                          <p:spTgt spid="24">
                                            <p:txEl>
                                              <p:pRg st="1" end="1"/>
                                            </p:txEl>
                                          </p:spTgt>
                                        </p:tgtEl>
                                      </p:cBhvr>
                                    </p:animEffect>
                                    <p:anim calcmode="lin" valueType="num">
                                      <p:cBhvr>
                                        <p:cTn id="31" dur="1000" fill="hold"/>
                                        <p:tgtEl>
                                          <p:spTgt spid="24">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2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07C6EF11-357E-8A93-285C-59B38528A77A}"/>
              </a:ext>
            </a:extLst>
          </p:cNvPr>
          <p:cNvSpPr>
            <a:spLocks noGrp="1"/>
          </p:cNvSpPr>
          <p:nvPr>
            <p:ph type="title"/>
          </p:nvPr>
        </p:nvSpPr>
        <p:spPr>
          <a:xfrm>
            <a:off x="2947917" y="128016"/>
            <a:ext cx="7133632" cy="676656"/>
          </a:xfrm>
        </p:spPr>
        <p:txBody>
          <a:bodyPr/>
          <a:lstStyle/>
          <a:p>
            <a:pPr algn="ctr"/>
            <a:br>
              <a:rPr lang="en-US" dirty="0"/>
            </a:br>
            <a:r>
              <a:rPr lang="en-US" dirty="0"/>
              <a:t>Data analysis techniques</a:t>
            </a:r>
          </a:p>
        </p:txBody>
      </p:sp>
      <p:sp>
        <p:nvSpPr>
          <p:cNvPr id="10" name="Footer Placeholder 9">
            <a:extLst>
              <a:ext uri="{FF2B5EF4-FFF2-40B4-BE49-F238E27FC236}">
                <a16:creationId xmlns:a16="http://schemas.microsoft.com/office/drawing/2014/main" id="{1DB2AF52-B2C7-268F-6187-5A2EB17895C7}"/>
              </a:ext>
            </a:extLst>
          </p:cNvPr>
          <p:cNvSpPr>
            <a:spLocks noGrp="1"/>
          </p:cNvSpPr>
          <p:nvPr>
            <p:ph type="ftr" sz="quarter" idx="22"/>
          </p:nvPr>
        </p:nvSpPr>
        <p:spPr/>
        <p:txBody>
          <a:bodyPr/>
          <a:lstStyle/>
          <a:p>
            <a:r>
              <a:rPr lang="en-US" dirty="0"/>
              <a:t>Presentation title</a:t>
            </a:r>
          </a:p>
        </p:txBody>
      </p:sp>
      <p:sp>
        <p:nvSpPr>
          <p:cNvPr id="11" name="Slide Number Placeholder 10">
            <a:extLst>
              <a:ext uri="{FF2B5EF4-FFF2-40B4-BE49-F238E27FC236}">
                <a16:creationId xmlns:a16="http://schemas.microsoft.com/office/drawing/2014/main" id="{DB4E7C3B-A91C-B4AB-16D7-E44D99954A2B}"/>
              </a:ext>
            </a:extLst>
          </p:cNvPr>
          <p:cNvSpPr>
            <a:spLocks noGrp="1"/>
          </p:cNvSpPr>
          <p:nvPr>
            <p:ph type="sldNum" sz="quarter" idx="23"/>
          </p:nvPr>
        </p:nvSpPr>
        <p:spPr/>
        <p:txBody>
          <a:bodyPr/>
          <a:lstStyle/>
          <a:p>
            <a:fld id="{295C7AAE-A677-454A-8BDB-62A0650ACE98}" type="slidenum">
              <a:rPr lang="en-US" smtClean="0"/>
              <a:pPr/>
              <a:t>14</a:t>
            </a:fld>
            <a:endParaRPr lang="en-US" dirty="0"/>
          </a:p>
        </p:txBody>
      </p:sp>
      <p:sp>
        <p:nvSpPr>
          <p:cNvPr id="30" name="TextBox 29">
            <a:extLst>
              <a:ext uri="{FF2B5EF4-FFF2-40B4-BE49-F238E27FC236}">
                <a16:creationId xmlns:a16="http://schemas.microsoft.com/office/drawing/2014/main" id="{615A2B9E-ACBD-0E9C-A6C5-BE2E109D1A2E}"/>
              </a:ext>
            </a:extLst>
          </p:cNvPr>
          <p:cNvSpPr txBox="1"/>
          <p:nvPr/>
        </p:nvSpPr>
        <p:spPr>
          <a:xfrm>
            <a:off x="87279" y="1551790"/>
            <a:ext cx="914400" cy="914400"/>
          </a:xfrm>
          <a:prstGeom prst="rect">
            <a:avLst/>
          </a:prstGeom>
          <a:noFill/>
        </p:spPr>
        <p:txBody>
          <a:bodyPr vert="horz" wrap="none" lIns="0" tIns="0" rIns="0" bIns="0" rtlCol="0" anchor="t">
            <a:noAutofit/>
          </a:bodyPr>
          <a:lstStyle/>
          <a:p>
            <a:r>
              <a:rPr lang="en-US" sz="2000" b="1" dirty="0">
                <a:solidFill>
                  <a:schemeClr val="accent1"/>
                </a:solidFill>
              </a:rPr>
              <a:t>Techniques Used</a:t>
            </a:r>
          </a:p>
          <a:p>
            <a:r>
              <a:rPr lang="en-US" sz="2000" b="1" dirty="0">
                <a:solidFill>
                  <a:schemeClr val="accent1"/>
                </a:solidFill>
              </a:rPr>
              <a:t>Descriptive Statistics:</a:t>
            </a:r>
            <a:endParaRPr lang="en-US" sz="2000" dirty="0">
              <a:solidFill>
                <a:schemeClr val="accent1"/>
              </a:solidFill>
            </a:endParaRPr>
          </a:p>
          <a:p>
            <a:r>
              <a:rPr lang="en-US" sz="2000" dirty="0"/>
              <a:t>Summary statistics and frequency counts were applied to understand user demographics, skin types, </a:t>
            </a:r>
          </a:p>
          <a:p>
            <a:r>
              <a:rPr lang="en-US" sz="2000" dirty="0"/>
              <a:t>and skincare concerns.</a:t>
            </a:r>
          </a:p>
          <a:p>
            <a:r>
              <a:rPr lang="en-US" sz="2000" b="1" dirty="0">
                <a:solidFill>
                  <a:schemeClr val="accent1"/>
                </a:solidFill>
              </a:rPr>
              <a:t>Data Visualization:</a:t>
            </a:r>
            <a:endParaRPr lang="en-US" sz="2000" dirty="0">
              <a:solidFill>
                <a:schemeClr val="accent1"/>
              </a:solidFill>
            </a:endParaRPr>
          </a:p>
          <a:p>
            <a:r>
              <a:rPr lang="en-US" sz="2000" dirty="0"/>
              <a:t>Histograms, boxplots, and scatterplots were used to explore the distribution of skincare features </a:t>
            </a:r>
          </a:p>
          <a:p>
            <a:r>
              <a:rPr lang="en-US" sz="2000" dirty="0"/>
              <a:t>(e.g., age, skin type, sensitivity levels) and identify patterns or outliers in user preferences.</a:t>
            </a:r>
          </a:p>
          <a:p>
            <a:br>
              <a:rPr lang="en-US" sz="2000" dirty="0">
                <a:solidFill>
                  <a:schemeClr val="accent1"/>
                </a:solidFill>
              </a:rPr>
            </a:br>
            <a:r>
              <a:rPr lang="en-US" sz="2000" b="1" dirty="0">
                <a:solidFill>
                  <a:schemeClr val="accent1"/>
                </a:solidFill>
              </a:rPr>
              <a:t>Modelling</a:t>
            </a:r>
          </a:p>
          <a:p>
            <a:r>
              <a:rPr lang="en-US" sz="2000" b="1" dirty="0">
                <a:solidFill>
                  <a:schemeClr val="accent1"/>
                </a:solidFill>
              </a:rPr>
              <a:t>Classification Models:</a:t>
            </a:r>
            <a:endParaRPr lang="en-US" sz="2000" dirty="0">
              <a:solidFill>
                <a:schemeClr val="accent1"/>
              </a:solidFill>
            </a:endParaRPr>
          </a:p>
          <a:p>
            <a:r>
              <a:rPr lang="en-US" sz="2000" dirty="0"/>
              <a:t>Implemented multiple models such as Logistic Regression, Decision Trees, Random Forest, KNN, SVM, </a:t>
            </a:r>
          </a:p>
          <a:p>
            <a:r>
              <a:rPr lang="en-US" sz="2000" dirty="0"/>
              <a:t>Naïve Bayes, and Ensemble Classifiers to predict the most suitable skincare product or routine.</a:t>
            </a:r>
          </a:p>
          <a:p>
            <a:r>
              <a:rPr lang="en-US" sz="2000" b="1" dirty="0">
                <a:solidFill>
                  <a:schemeClr val="accent1"/>
                </a:solidFill>
              </a:rPr>
              <a:t>Training and Testing:</a:t>
            </a:r>
            <a:endParaRPr lang="en-US" sz="2000" dirty="0">
              <a:solidFill>
                <a:schemeClr val="accent1"/>
              </a:solidFill>
            </a:endParaRPr>
          </a:p>
          <a:p>
            <a:r>
              <a:rPr lang="en-US" sz="2000" dirty="0"/>
              <a:t>The dataset was divided into training and test sets to validate model performance in recommending </a:t>
            </a:r>
          </a:p>
          <a:p>
            <a:r>
              <a:rPr lang="en-US" sz="2000" dirty="0"/>
              <a:t>personalized skincare solutions.</a:t>
            </a:r>
          </a:p>
        </p:txBody>
      </p:sp>
    </p:spTree>
    <p:extLst>
      <p:ext uri="{BB962C8B-B14F-4D97-AF65-F5344CB8AC3E}">
        <p14:creationId xmlns:p14="http://schemas.microsoft.com/office/powerpoint/2010/main" val="966595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0">
                                            <p:txEl>
                                              <p:pRg st="0" end="0"/>
                                            </p:txEl>
                                          </p:spTgt>
                                        </p:tgtEl>
                                        <p:attrNameLst>
                                          <p:attrName>style.visibility</p:attrName>
                                        </p:attrNameLst>
                                      </p:cBhvr>
                                      <p:to>
                                        <p:strVal val="visible"/>
                                      </p:to>
                                    </p:set>
                                    <p:animEffect transition="in" filter="fade">
                                      <p:cBhvr>
                                        <p:cTn id="14" dur="1000"/>
                                        <p:tgtEl>
                                          <p:spTgt spid="30">
                                            <p:txEl>
                                              <p:pRg st="0" end="0"/>
                                            </p:txEl>
                                          </p:spTgt>
                                        </p:tgtEl>
                                      </p:cBhvr>
                                    </p:animEffect>
                                    <p:anim calcmode="lin" valueType="num">
                                      <p:cBhvr>
                                        <p:cTn id="15"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0">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0">
                                            <p:txEl>
                                              <p:pRg st="1" end="1"/>
                                            </p:txEl>
                                          </p:spTgt>
                                        </p:tgtEl>
                                        <p:attrNameLst>
                                          <p:attrName>style.visibility</p:attrName>
                                        </p:attrNameLst>
                                      </p:cBhvr>
                                      <p:to>
                                        <p:strVal val="visible"/>
                                      </p:to>
                                    </p:set>
                                    <p:animEffect transition="in" filter="fade">
                                      <p:cBhvr>
                                        <p:cTn id="19" dur="1000"/>
                                        <p:tgtEl>
                                          <p:spTgt spid="30">
                                            <p:txEl>
                                              <p:pRg st="1" end="1"/>
                                            </p:txEl>
                                          </p:spTgt>
                                        </p:tgtEl>
                                      </p:cBhvr>
                                    </p:animEffect>
                                    <p:anim calcmode="lin" valueType="num">
                                      <p:cBhvr>
                                        <p:cTn id="20" dur="1000" fill="hold"/>
                                        <p:tgtEl>
                                          <p:spTgt spid="30">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0">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0">
                                            <p:txEl>
                                              <p:pRg st="2" end="2"/>
                                            </p:txEl>
                                          </p:spTgt>
                                        </p:tgtEl>
                                        <p:attrNameLst>
                                          <p:attrName>style.visibility</p:attrName>
                                        </p:attrNameLst>
                                      </p:cBhvr>
                                      <p:to>
                                        <p:strVal val="visible"/>
                                      </p:to>
                                    </p:set>
                                    <p:animEffect transition="in" filter="fade">
                                      <p:cBhvr>
                                        <p:cTn id="24" dur="1000"/>
                                        <p:tgtEl>
                                          <p:spTgt spid="30">
                                            <p:txEl>
                                              <p:pRg st="2" end="2"/>
                                            </p:txEl>
                                          </p:spTgt>
                                        </p:tgtEl>
                                      </p:cBhvr>
                                    </p:animEffect>
                                    <p:anim calcmode="lin" valueType="num">
                                      <p:cBhvr>
                                        <p:cTn id="25" dur="1000" fill="hold"/>
                                        <p:tgtEl>
                                          <p:spTgt spid="30">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0">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0">
                                            <p:txEl>
                                              <p:pRg st="3" end="3"/>
                                            </p:txEl>
                                          </p:spTgt>
                                        </p:tgtEl>
                                        <p:attrNameLst>
                                          <p:attrName>style.visibility</p:attrName>
                                        </p:attrNameLst>
                                      </p:cBhvr>
                                      <p:to>
                                        <p:strVal val="visible"/>
                                      </p:to>
                                    </p:set>
                                    <p:animEffect transition="in" filter="fade">
                                      <p:cBhvr>
                                        <p:cTn id="29" dur="1000"/>
                                        <p:tgtEl>
                                          <p:spTgt spid="30">
                                            <p:txEl>
                                              <p:pRg st="3" end="3"/>
                                            </p:txEl>
                                          </p:spTgt>
                                        </p:tgtEl>
                                      </p:cBhvr>
                                    </p:animEffect>
                                    <p:anim calcmode="lin" valueType="num">
                                      <p:cBhvr>
                                        <p:cTn id="30" dur="1000" fill="hold"/>
                                        <p:tgtEl>
                                          <p:spTgt spid="30">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0">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0">
                                            <p:txEl>
                                              <p:pRg st="4" end="4"/>
                                            </p:txEl>
                                          </p:spTgt>
                                        </p:tgtEl>
                                        <p:attrNameLst>
                                          <p:attrName>style.visibility</p:attrName>
                                        </p:attrNameLst>
                                      </p:cBhvr>
                                      <p:to>
                                        <p:strVal val="visible"/>
                                      </p:to>
                                    </p:set>
                                    <p:animEffect transition="in" filter="fade">
                                      <p:cBhvr>
                                        <p:cTn id="34" dur="1000"/>
                                        <p:tgtEl>
                                          <p:spTgt spid="30">
                                            <p:txEl>
                                              <p:pRg st="4" end="4"/>
                                            </p:txEl>
                                          </p:spTgt>
                                        </p:tgtEl>
                                      </p:cBhvr>
                                    </p:animEffect>
                                    <p:anim calcmode="lin" valueType="num">
                                      <p:cBhvr>
                                        <p:cTn id="35" dur="1000" fill="hold"/>
                                        <p:tgtEl>
                                          <p:spTgt spid="30">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0">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0">
                                            <p:txEl>
                                              <p:pRg st="5" end="5"/>
                                            </p:txEl>
                                          </p:spTgt>
                                        </p:tgtEl>
                                        <p:attrNameLst>
                                          <p:attrName>style.visibility</p:attrName>
                                        </p:attrNameLst>
                                      </p:cBhvr>
                                      <p:to>
                                        <p:strVal val="visible"/>
                                      </p:to>
                                    </p:set>
                                    <p:animEffect transition="in" filter="fade">
                                      <p:cBhvr>
                                        <p:cTn id="39" dur="1000"/>
                                        <p:tgtEl>
                                          <p:spTgt spid="30">
                                            <p:txEl>
                                              <p:pRg st="5" end="5"/>
                                            </p:txEl>
                                          </p:spTgt>
                                        </p:tgtEl>
                                      </p:cBhvr>
                                    </p:animEffect>
                                    <p:anim calcmode="lin" valueType="num">
                                      <p:cBhvr>
                                        <p:cTn id="40" dur="1000" fill="hold"/>
                                        <p:tgtEl>
                                          <p:spTgt spid="30">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0">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0">
                                            <p:txEl>
                                              <p:pRg st="6" end="6"/>
                                            </p:txEl>
                                          </p:spTgt>
                                        </p:tgtEl>
                                        <p:attrNameLst>
                                          <p:attrName>style.visibility</p:attrName>
                                        </p:attrNameLst>
                                      </p:cBhvr>
                                      <p:to>
                                        <p:strVal val="visible"/>
                                      </p:to>
                                    </p:set>
                                    <p:animEffect transition="in" filter="fade">
                                      <p:cBhvr>
                                        <p:cTn id="44" dur="1000"/>
                                        <p:tgtEl>
                                          <p:spTgt spid="30">
                                            <p:txEl>
                                              <p:pRg st="6" end="6"/>
                                            </p:txEl>
                                          </p:spTgt>
                                        </p:tgtEl>
                                      </p:cBhvr>
                                    </p:animEffect>
                                    <p:anim calcmode="lin" valueType="num">
                                      <p:cBhvr>
                                        <p:cTn id="45" dur="1000" fill="hold"/>
                                        <p:tgtEl>
                                          <p:spTgt spid="30">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3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0">
                                            <p:txEl>
                                              <p:pRg st="7" end="7"/>
                                            </p:txEl>
                                          </p:spTgt>
                                        </p:tgtEl>
                                        <p:attrNameLst>
                                          <p:attrName>style.visibility</p:attrName>
                                        </p:attrNameLst>
                                      </p:cBhvr>
                                      <p:to>
                                        <p:strVal val="visible"/>
                                      </p:to>
                                    </p:set>
                                    <p:animEffect transition="in" filter="fade">
                                      <p:cBhvr>
                                        <p:cTn id="51" dur="1000"/>
                                        <p:tgtEl>
                                          <p:spTgt spid="30">
                                            <p:txEl>
                                              <p:pRg st="7" end="7"/>
                                            </p:txEl>
                                          </p:spTgt>
                                        </p:tgtEl>
                                      </p:cBhvr>
                                    </p:animEffect>
                                    <p:anim calcmode="lin" valueType="num">
                                      <p:cBhvr>
                                        <p:cTn id="52" dur="1000" fill="hold"/>
                                        <p:tgtEl>
                                          <p:spTgt spid="30">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30">
                                            <p:txEl>
                                              <p:pRg st="7" end="7"/>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30">
                                            <p:txEl>
                                              <p:pRg st="8" end="8"/>
                                            </p:txEl>
                                          </p:spTgt>
                                        </p:tgtEl>
                                        <p:attrNameLst>
                                          <p:attrName>style.visibility</p:attrName>
                                        </p:attrNameLst>
                                      </p:cBhvr>
                                      <p:to>
                                        <p:strVal val="visible"/>
                                      </p:to>
                                    </p:set>
                                    <p:animEffect transition="in" filter="fade">
                                      <p:cBhvr>
                                        <p:cTn id="56" dur="1000"/>
                                        <p:tgtEl>
                                          <p:spTgt spid="30">
                                            <p:txEl>
                                              <p:pRg st="8" end="8"/>
                                            </p:txEl>
                                          </p:spTgt>
                                        </p:tgtEl>
                                      </p:cBhvr>
                                    </p:animEffect>
                                    <p:anim calcmode="lin" valueType="num">
                                      <p:cBhvr>
                                        <p:cTn id="57" dur="1000" fill="hold"/>
                                        <p:tgtEl>
                                          <p:spTgt spid="30">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0">
                                            <p:txEl>
                                              <p:pRg st="8" end="8"/>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30">
                                            <p:txEl>
                                              <p:pRg st="9" end="9"/>
                                            </p:txEl>
                                          </p:spTgt>
                                        </p:tgtEl>
                                        <p:attrNameLst>
                                          <p:attrName>style.visibility</p:attrName>
                                        </p:attrNameLst>
                                      </p:cBhvr>
                                      <p:to>
                                        <p:strVal val="visible"/>
                                      </p:to>
                                    </p:set>
                                    <p:animEffect transition="in" filter="fade">
                                      <p:cBhvr>
                                        <p:cTn id="61" dur="1000"/>
                                        <p:tgtEl>
                                          <p:spTgt spid="30">
                                            <p:txEl>
                                              <p:pRg st="9" end="9"/>
                                            </p:txEl>
                                          </p:spTgt>
                                        </p:tgtEl>
                                      </p:cBhvr>
                                    </p:animEffect>
                                    <p:anim calcmode="lin" valueType="num">
                                      <p:cBhvr>
                                        <p:cTn id="62" dur="1000" fill="hold"/>
                                        <p:tgtEl>
                                          <p:spTgt spid="30">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0">
                                            <p:txEl>
                                              <p:pRg st="9" end="9"/>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30">
                                            <p:txEl>
                                              <p:pRg st="10" end="10"/>
                                            </p:txEl>
                                          </p:spTgt>
                                        </p:tgtEl>
                                        <p:attrNameLst>
                                          <p:attrName>style.visibility</p:attrName>
                                        </p:attrNameLst>
                                      </p:cBhvr>
                                      <p:to>
                                        <p:strVal val="visible"/>
                                      </p:to>
                                    </p:set>
                                    <p:animEffect transition="in" filter="fade">
                                      <p:cBhvr>
                                        <p:cTn id="66" dur="1000"/>
                                        <p:tgtEl>
                                          <p:spTgt spid="30">
                                            <p:txEl>
                                              <p:pRg st="10" end="10"/>
                                            </p:txEl>
                                          </p:spTgt>
                                        </p:tgtEl>
                                      </p:cBhvr>
                                    </p:animEffect>
                                    <p:anim calcmode="lin" valueType="num">
                                      <p:cBhvr>
                                        <p:cTn id="67" dur="1000" fill="hold"/>
                                        <p:tgtEl>
                                          <p:spTgt spid="30">
                                            <p:txEl>
                                              <p:pRg st="10" end="10"/>
                                            </p:txEl>
                                          </p:spTgt>
                                        </p:tgtEl>
                                        <p:attrNameLst>
                                          <p:attrName>ppt_x</p:attrName>
                                        </p:attrNameLst>
                                      </p:cBhvr>
                                      <p:tavLst>
                                        <p:tav tm="0">
                                          <p:val>
                                            <p:strVal val="#ppt_x"/>
                                          </p:val>
                                        </p:tav>
                                        <p:tav tm="100000">
                                          <p:val>
                                            <p:strVal val="#ppt_x"/>
                                          </p:val>
                                        </p:tav>
                                      </p:tavLst>
                                    </p:anim>
                                    <p:anim calcmode="lin" valueType="num">
                                      <p:cBhvr>
                                        <p:cTn id="68" dur="1000" fill="hold"/>
                                        <p:tgtEl>
                                          <p:spTgt spid="30">
                                            <p:txEl>
                                              <p:pRg st="10" end="10"/>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30">
                                            <p:txEl>
                                              <p:pRg st="11" end="11"/>
                                            </p:txEl>
                                          </p:spTgt>
                                        </p:tgtEl>
                                        <p:attrNameLst>
                                          <p:attrName>style.visibility</p:attrName>
                                        </p:attrNameLst>
                                      </p:cBhvr>
                                      <p:to>
                                        <p:strVal val="visible"/>
                                      </p:to>
                                    </p:set>
                                    <p:animEffect transition="in" filter="fade">
                                      <p:cBhvr>
                                        <p:cTn id="71" dur="1000"/>
                                        <p:tgtEl>
                                          <p:spTgt spid="30">
                                            <p:txEl>
                                              <p:pRg st="11" end="11"/>
                                            </p:txEl>
                                          </p:spTgt>
                                        </p:tgtEl>
                                      </p:cBhvr>
                                    </p:animEffect>
                                    <p:anim calcmode="lin" valueType="num">
                                      <p:cBhvr>
                                        <p:cTn id="72" dur="1000" fill="hold"/>
                                        <p:tgtEl>
                                          <p:spTgt spid="30">
                                            <p:txEl>
                                              <p:pRg st="11" end="11"/>
                                            </p:txEl>
                                          </p:spTgt>
                                        </p:tgtEl>
                                        <p:attrNameLst>
                                          <p:attrName>ppt_x</p:attrName>
                                        </p:attrNameLst>
                                      </p:cBhvr>
                                      <p:tavLst>
                                        <p:tav tm="0">
                                          <p:val>
                                            <p:strVal val="#ppt_x"/>
                                          </p:val>
                                        </p:tav>
                                        <p:tav tm="100000">
                                          <p:val>
                                            <p:strVal val="#ppt_x"/>
                                          </p:val>
                                        </p:tav>
                                      </p:tavLst>
                                    </p:anim>
                                    <p:anim calcmode="lin" valueType="num">
                                      <p:cBhvr>
                                        <p:cTn id="73" dur="1000" fill="hold"/>
                                        <p:tgtEl>
                                          <p:spTgt spid="30">
                                            <p:txEl>
                                              <p:pRg st="11" end="11"/>
                                            </p:txEl>
                                          </p:spTgt>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0"/>
                                  </p:stCondLst>
                                  <p:childTnLst>
                                    <p:set>
                                      <p:cBhvr>
                                        <p:cTn id="75" dur="1" fill="hold">
                                          <p:stCondLst>
                                            <p:cond delay="0"/>
                                          </p:stCondLst>
                                        </p:cTn>
                                        <p:tgtEl>
                                          <p:spTgt spid="30">
                                            <p:txEl>
                                              <p:pRg st="12" end="12"/>
                                            </p:txEl>
                                          </p:spTgt>
                                        </p:tgtEl>
                                        <p:attrNameLst>
                                          <p:attrName>style.visibility</p:attrName>
                                        </p:attrNameLst>
                                      </p:cBhvr>
                                      <p:to>
                                        <p:strVal val="visible"/>
                                      </p:to>
                                    </p:set>
                                    <p:animEffect transition="in" filter="fade">
                                      <p:cBhvr>
                                        <p:cTn id="76" dur="1000"/>
                                        <p:tgtEl>
                                          <p:spTgt spid="30">
                                            <p:txEl>
                                              <p:pRg st="12" end="12"/>
                                            </p:txEl>
                                          </p:spTgt>
                                        </p:tgtEl>
                                      </p:cBhvr>
                                    </p:animEffect>
                                    <p:anim calcmode="lin" valueType="num">
                                      <p:cBhvr>
                                        <p:cTn id="77" dur="1000" fill="hold"/>
                                        <p:tgtEl>
                                          <p:spTgt spid="30">
                                            <p:txEl>
                                              <p:pRg st="12" end="12"/>
                                            </p:txEl>
                                          </p:spTgt>
                                        </p:tgtEl>
                                        <p:attrNameLst>
                                          <p:attrName>ppt_x</p:attrName>
                                        </p:attrNameLst>
                                      </p:cBhvr>
                                      <p:tavLst>
                                        <p:tav tm="0">
                                          <p:val>
                                            <p:strVal val="#ppt_x"/>
                                          </p:val>
                                        </p:tav>
                                        <p:tav tm="100000">
                                          <p:val>
                                            <p:strVal val="#ppt_x"/>
                                          </p:val>
                                        </p:tav>
                                      </p:tavLst>
                                    </p:anim>
                                    <p:anim calcmode="lin" valueType="num">
                                      <p:cBhvr>
                                        <p:cTn id="78" dur="1000" fill="hold"/>
                                        <p:tgtEl>
                                          <p:spTgt spid="30">
                                            <p:txEl>
                                              <p:pRg st="12" end="12"/>
                                            </p:txEl>
                                          </p:spTgt>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0"/>
                                  </p:stCondLst>
                                  <p:childTnLst>
                                    <p:set>
                                      <p:cBhvr>
                                        <p:cTn id="80" dur="1" fill="hold">
                                          <p:stCondLst>
                                            <p:cond delay="0"/>
                                          </p:stCondLst>
                                        </p:cTn>
                                        <p:tgtEl>
                                          <p:spTgt spid="30">
                                            <p:txEl>
                                              <p:pRg st="13" end="13"/>
                                            </p:txEl>
                                          </p:spTgt>
                                        </p:tgtEl>
                                        <p:attrNameLst>
                                          <p:attrName>style.visibility</p:attrName>
                                        </p:attrNameLst>
                                      </p:cBhvr>
                                      <p:to>
                                        <p:strVal val="visible"/>
                                      </p:to>
                                    </p:set>
                                    <p:animEffect transition="in" filter="fade">
                                      <p:cBhvr>
                                        <p:cTn id="81" dur="1000"/>
                                        <p:tgtEl>
                                          <p:spTgt spid="30">
                                            <p:txEl>
                                              <p:pRg st="13" end="13"/>
                                            </p:txEl>
                                          </p:spTgt>
                                        </p:tgtEl>
                                      </p:cBhvr>
                                    </p:animEffect>
                                    <p:anim calcmode="lin" valueType="num">
                                      <p:cBhvr>
                                        <p:cTn id="82" dur="1000" fill="hold"/>
                                        <p:tgtEl>
                                          <p:spTgt spid="30">
                                            <p:txEl>
                                              <p:pRg st="13" end="13"/>
                                            </p:txEl>
                                          </p:spTgt>
                                        </p:tgtEl>
                                        <p:attrNameLst>
                                          <p:attrName>ppt_x</p:attrName>
                                        </p:attrNameLst>
                                      </p:cBhvr>
                                      <p:tavLst>
                                        <p:tav tm="0">
                                          <p:val>
                                            <p:strVal val="#ppt_x"/>
                                          </p:val>
                                        </p:tav>
                                        <p:tav tm="100000">
                                          <p:val>
                                            <p:strVal val="#ppt_x"/>
                                          </p:val>
                                        </p:tav>
                                      </p:tavLst>
                                    </p:anim>
                                    <p:anim calcmode="lin" valueType="num">
                                      <p:cBhvr>
                                        <p:cTn id="83" dur="1000" fill="hold"/>
                                        <p:tgtEl>
                                          <p:spTgt spid="30">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22E7D6-333E-E3B5-068D-42739E1B16D1}"/>
              </a:ext>
            </a:extLst>
          </p:cNvPr>
          <p:cNvSpPr txBox="1"/>
          <p:nvPr/>
        </p:nvSpPr>
        <p:spPr>
          <a:xfrm>
            <a:off x="549696" y="529593"/>
            <a:ext cx="914400" cy="914400"/>
          </a:xfrm>
          <a:prstGeom prst="rect">
            <a:avLst/>
          </a:prstGeom>
          <a:noFill/>
        </p:spPr>
        <p:txBody>
          <a:bodyPr vert="horz" wrap="none" lIns="0" tIns="0" rIns="0" bIns="0" rtlCol="0" anchor="t">
            <a:noAutofit/>
          </a:bodyPr>
          <a:lstStyle/>
          <a:p>
            <a:pPr algn="l"/>
            <a:r>
              <a:rPr lang="en-US" sz="2800" spc="500" dirty="0">
                <a:solidFill>
                  <a:schemeClr val="accent4"/>
                </a:solidFill>
                <a:latin typeface="Felix Titling"/>
              </a:rPr>
              <a:t>Smote</a:t>
            </a:r>
          </a:p>
        </p:txBody>
      </p:sp>
      <p:sp>
        <p:nvSpPr>
          <p:cNvPr id="6" name="TextBox 5">
            <a:extLst>
              <a:ext uri="{FF2B5EF4-FFF2-40B4-BE49-F238E27FC236}">
                <a16:creationId xmlns:a16="http://schemas.microsoft.com/office/drawing/2014/main" id="{9725692D-46C3-5F94-A035-F8011D51BA00}"/>
              </a:ext>
            </a:extLst>
          </p:cNvPr>
          <p:cNvSpPr txBox="1"/>
          <p:nvPr/>
        </p:nvSpPr>
        <p:spPr>
          <a:xfrm>
            <a:off x="290305" y="5871207"/>
            <a:ext cx="914400" cy="914400"/>
          </a:xfrm>
          <a:prstGeom prst="rect">
            <a:avLst/>
          </a:prstGeom>
          <a:noFill/>
        </p:spPr>
        <p:txBody>
          <a:bodyPr vert="horz" wrap="none" lIns="0" tIns="0" rIns="0" bIns="0" rtlCol="0" anchor="t">
            <a:noAutofit/>
          </a:bodyPr>
          <a:lstStyle/>
          <a:p>
            <a:r>
              <a:rPr lang="en-US" sz="2000" dirty="0"/>
              <a:t>Applying  </a:t>
            </a:r>
            <a:r>
              <a:rPr lang="en-US" sz="2000" b="1" dirty="0"/>
              <a:t>SMOTE</a:t>
            </a:r>
            <a:r>
              <a:rPr lang="en-US" sz="2000" dirty="0"/>
              <a:t> to balance the training data and ensure all skincare routines are fairly learned </a:t>
            </a:r>
          </a:p>
          <a:p>
            <a:r>
              <a:rPr lang="en-US" sz="2000" dirty="0"/>
              <a:t>and recommended</a:t>
            </a:r>
            <a:r>
              <a:rPr lang="en-US" sz="2400" dirty="0"/>
              <a:t>.</a:t>
            </a:r>
          </a:p>
          <a:p>
            <a:pPr algn="l"/>
            <a:endParaRPr lang="en-US" sz="2400" spc="500" dirty="0">
              <a:solidFill>
                <a:srgbClr val="C16548">
                  <a:alpha val="5000"/>
                </a:srgbClr>
              </a:solidFill>
              <a:latin typeface="Felix Titling"/>
            </a:endParaRPr>
          </a:p>
        </p:txBody>
      </p:sp>
      <p:pic>
        <p:nvPicPr>
          <p:cNvPr id="9" name="Picture 8">
            <a:extLst>
              <a:ext uri="{FF2B5EF4-FFF2-40B4-BE49-F238E27FC236}">
                <a16:creationId xmlns:a16="http://schemas.microsoft.com/office/drawing/2014/main" id="{1A6272DF-8278-852D-9DBD-9CAAE04629A4}"/>
              </a:ext>
            </a:extLst>
          </p:cNvPr>
          <p:cNvPicPr>
            <a:picLocks noChangeAspect="1"/>
          </p:cNvPicPr>
          <p:nvPr/>
        </p:nvPicPr>
        <p:blipFill>
          <a:blip r:embed="rId2"/>
          <a:stretch>
            <a:fillRect/>
          </a:stretch>
        </p:blipFill>
        <p:spPr>
          <a:xfrm>
            <a:off x="2038083" y="986793"/>
            <a:ext cx="2907798" cy="4160528"/>
          </a:xfrm>
          <a:prstGeom prst="rect">
            <a:avLst/>
          </a:prstGeom>
        </p:spPr>
      </p:pic>
      <p:pic>
        <p:nvPicPr>
          <p:cNvPr id="11" name="Picture 10">
            <a:extLst>
              <a:ext uri="{FF2B5EF4-FFF2-40B4-BE49-F238E27FC236}">
                <a16:creationId xmlns:a16="http://schemas.microsoft.com/office/drawing/2014/main" id="{78BFAC72-3A4B-E951-9CA0-E297C9891EC9}"/>
              </a:ext>
            </a:extLst>
          </p:cNvPr>
          <p:cNvPicPr>
            <a:picLocks noChangeAspect="1"/>
          </p:cNvPicPr>
          <p:nvPr/>
        </p:nvPicPr>
        <p:blipFill>
          <a:blip r:embed="rId3"/>
          <a:stretch>
            <a:fillRect/>
          </a:stretch>
        </p:blipFill>
        <p:spPr>
          <a:xfrm>
            <a:off x="6991762" y="986793"/>
            <a:ext cx="2907798" cy="4160528"/>
          </a:xfrm>
          <a:prstGeom prst="rect">
            <a:avLst/>
          </a:prstGeom>
        </p:spPr>
      </p:pic>
    </p:spTree>
    <p:extLst>
      <p:ext uri="{BB962C8B-B14F-4D97-AF65-F5344CB8AC3E}">
        <p14:creationId xmlns:p14="http://schemas.microsoft.com/office/powerpoint/2010/main" val="22822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down)">
                                      <p:cBhvr>
                                        <p:cTn id="14" dur="500"/>
                                        <p:tgtEl>
                                          <p:spTgt spid="9"/>
                                        </p:tgtEl>
                                      </p:cBhvr>
                                    </p:animEffect>
                                  </p:childTnLst>
                                </p:cTn>
                              </p:par>
                            </p:childTnLst>
                          </p:cTn>
                        </p:par>
                        <p:par>
                          <p:cTn id="15" fill="hold">
                            <p:stCondLst>
                              <p:cond delay="500"/>
                            </p:stCondLst>
                            <p:childTnLst>
                              <p:par>
                                <p:cTn id="16" presetID="22" presetClass="entr" presetSubtype="4"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par>
                                <p:cTn id="19" presetID="42" presetClass="entr" presetSubtype="0" fill="hold"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1000"/>
                                        <p:tgtEl>
                                          <p:spTgt spid="6">
                                            <p:txEl>
                                              <p:pRg st="0" end="0"/>
                                            </p:txEl>
                                          </p:spTgt>
                                        </p:tgtEl>
                                      </p:cBhvr>
                                    </p:animEffect>
                                    <p:anim calcmode="lin" valueType="num">
                                      <p:cBhvr>
                                        <p:cTn id="22"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0" end="0"/>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animEffect transition="in" filter="fade">
                                      <p:cBhvr>
                                        <p:cTn id="26" dur="1000"/>
                                        <p:tgtEl>
                                          <p:spTgt spid="6">
                                            <p:txEl>
                                              <p:pRg st="1" end="1"/>
                                            </p:txEl>
                                          </p:spTgt>
                                        </p:tgtEl>
                                      </p:cBhvr>
                                    </p:animEffect>
                                    <p:anim calcmode="lin" valueType="num">
                                      <p:cBhvr>
                                        <p:cTn id="27"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DF423-F73D-84DF-19A7-537E5E2C795C}"/>
              </a:ext>
            </a:extLst>
          </p:cNvPr>
          <p:cNvSpPr>
            <a:spLocks noGrp="1"/>
          </p:cNvSpPr>
          <p:nvPr>
            <p:ph type="title"/>
          </p:nvPr>
        </p:nvSpPr>
        <p:spPr>
          <a:xfrm>
            <a:off x="1887760" y="180886"/>
            <a:ext cx="8563411" cy="569022"/>
          </a:xfrm>
        </p:spPr>
        <p:txBody>
          <a:bodyPr/>
          <a:lstStyle/>
          <a:p>
            <a:r>
              <a:rPr lang="en-US" sz="3200" dirty="0"/>
              <a:t>Selecting best model</a:t>
            </a:r>
          </a:p>
        </p:txBody>
      </p:sp>
      <p:sp>
        <p:nvSpPr>
          <p:cNvPr id="3" name="Footer Placeholder 2">
            <a:extLst>
              <a:ext uri="{FF2B5EF4-FFF2-40B4-BE49-F238E27FC236}">
                <a16:creationId xmlns:a16="http://schemas.microsoft.com/office/drawing/2014/main" id="{A670E231-24FA-4D84-26DD-38049ECF662C}"/>
              </a:ext>
            </a:extLst>
          </p:cNvPr>
          <p:cNvSpPr>
            <a:spLocks noGrp="1"/>
          </p:cNvSpPr>
          <p:nvPr>
            <p:ph type="ftr" sz="quarter" idx="22"/>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712D0FA6-7847-DBB8-D641-9BC06DCA1D9C}"/>
              </a:ext>
            </a:extLst>
          </p:cNvPr>
          <p:cNvSpPr>
            <a:spLocks noGrp="1"/>
          </p:cNvSpPr>
          <p:nvPr>
            <p:ph type="sldNum" sz="quarter" idx="23"/>
          </p:nvPr>
        </p:nvSpPr>
        <p:spPr/>
        <p:txBody>
          <a:bodyPr/>
          <a:lstStyle/>
          <a:p>
            <a:fld id="{295C7AAE-A677-454A-8BDB-62A0650ACE98}" type="slidenum">
              <a:rPr lang="en-US" smtClean="0"/>
              <a:pPr/>
              <a:t>16</a:t>
            </a:fld>
            <a:endParaRPr lang="en-US" dirty="0"/>
          </a:p>
        </p:txBody>
      </p:sp>
      <p:pic>
        <p:nvPicPr>
          <p:cNvPr id="8" name="Picture 7">
            <a:extLst>
              <a:ext uri="{FF2B5EF4-FFF2-40B4-BE49-F238E27FC236}">
                <a16:creationId xmlns:a16="http://schemas.microsoft.com/office/drawing/2014/main" id="{55126A5F-6401-1E9C-1CC6-C71F808CE386}"/>
              </a:ext>
            </a:extLst>
          </p:cNvPr>
          <p:cNvPicPr>
            <a:picLocks noChangeAspect="1"/>
          </p:cNvPicPr>
          <p:nvPr/>
        </p:nvPicPr>
        <p:blipFill>
          <a:blip r:embed="rId2"/>
          <a:stretch>
            <a:fillRect/>
          </a:stretch>
        </p:blipFill>
        <p:spPr>
          <a:xfrm>
            <a:off x="450474" y="1562582"/>
            <a:ext cx="5533637" cy="2873347"/>
          </a:xfrm>
          <a:prstGeom prst="rect">
            <a:avLst/>
          </a:prstGeom>
        </p:spPr>
      </p:pic>
      <p:pic>
        <p:nvPicPr>
          <p:cNvPr id="10" name="Picture 9">
            <a:extLst>
              <a:ext uri="{FF2B5EF4-FFF2-40B4-BE49-F238E27FC236}">
                <a16:creationId xmlns:a16="http://schemas.microsoft.com/office/drawing/2014/main" id="{6C958A95-8015-A104-9529-38A7CAC711C8}"/>
              </a:ext>
            </a:extLst>
          </p:cNvPr>
          <p:cNvPicPr>
            <a:picLocks noChangeAspect="1"/>
          </p:cNvPicPr>
          <p:nvPr/>
        </p:nvPicPr>
        <p:blipFill>
          <a:blip r:embed="rId3"/>
          <a:stretch>
            <a:fillRect/>
          </a:stretch>
        </p:blipFill>
        <p:spPr>
          <a:xfrm>
            <a:off x="6516548" y="1562582"/>
            <a:ext cx="5036988" cy="2873347"/>
          </a:xfrm>
          <a:prstGeom prst="rect">
            <a:avLst/>
          </a:prstGeom>
        </p:spPr>
      </p:pic>
      <p:sp>
        <p:nvSpPr>
          <p:cNvPr id="11" name="TextBox 10">
            <a:extLst>
              <a:ext uri="{FF2B5EF4-FFF2-40B4-BE49-F238E27FC236}">
                <a16:creationId xmlns:a16="http://schemas.microsoft.com/office/drawing/2014/main" id="{BDC0361F-9011-3B4C-B207-C8DA677B4E94}"/>
              </a:ext>
            </a:extLst>
          </p:cNvPr>
          <p:cNvSpPr txBox="1"/>
          <p:nvPr/>
        </p:nvSpPr>
        <p:spPr>
          <a:xfrm>
            <a:off x="638460" y="5026754"/>
            <a:ext cx="914400" cy="914400"/>
          </a:xfrm>
          <a:prstGeom prst="rect">
            <a:avLst/>
          </a:prstGeom>
          <a:noFill/>
        </p:spPr>
        <p:txBody>
          <a:bodyPr vert="horz" wrap="none" lIns="0" tIns="0" rIns="0" bIns="0" rtlCol="0" anchor="t">
            <a:noAutofit/>
          </a:bodyPr>
          <a:lstStyle/>
          <a:p>
            <a:r>
              <a:rPr lang="en-US" sz="2000" dirty="0"/>
              <a:t>After evaluating multiple classification algorithms using key performance metrics</a:t>
            </a:r>
          </a:p>
          <a:p>
            <a:r>
              <a:rPr lang="en-US" sz="2000" dirty="0"/>
              <a:t>—Accuracy, Precision, Recall, and F1 Score, </a:t>
            </a:r>
            <a:r>
              <a:rPr lang="en-US" sz="2000" b="1" dirty="0"/>
              <a:t>Gradient Boosting </a:t>
            </a:r>
            <a:r>
              <a:rPr lang="en-US" sz="2000" dirty="0"/>
              <a:t>is selected as the best model </a:t>
            </a:r>
          </a:p>
          <a:p>
            <a:r>
              <a:rPr lang="en-US" sz="2000" dirty="0"/>
              <a:t>as it consistently outperform other models across all metrics</a:t>
            </a:r>
          </a:p>
        </p:txBody>
      </p:sp>
    </p:spTree>
    <p:extLst>
      <p:ext uri="{BB962C8B-B14F-4D97-AF65-F5344CB8AC3E}">
        <p14:creationId xmlns:p14="http://schemas.microsoft.com/office/powerpoint/2010/main" val="124542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 calcmode="lin" valueType="num">
                                      <p:cBhvr additive="base">
                                        <p:cTn id="24"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1">
                                            <p:txEl>
                                              <p:pRg st="1" end="1"/>
                                            </p:txEl>
                                          </p:spTgt>
                                        </p:tgtEl>
                                        <p:attrNameLst>
                                          <p:attrName>style.visibility</p:attrName>
                                        </p:attrNameLst>
                                      </p:cBhvr>
                                      <p:to>
                                        <p:strVal val="visible"/>
                                      </p:to>
                                    </p:set>
                                    <p:anim calcmode="lin" valueType="num">
                                      <p:cBhvr additive="base">
                                        <p:cTn id="28"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1">
                                            <p:txEl>
                                              <p:pRg st="2" end="2"/>
                                            </p:txEl>
                                          </p:spTgt>
                                        </p:tgtEl>
                                        <p:attrNameLst>
                                          <p:attrName>style.visibility</p:attrName>
                                        </p:attrNameLst>
                                      </p:cBhvr>
                                      <p:to>
                                        <p:strVal val="visible"/>
                                      </p:to>
                                    </p:set>
                                    <p:anim calcmode="lin" valueType="num">
                                      <p:cBhvr additive="base">
                                        <p:cTn id="32"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C8C9-408E-B738-0481-E7D91B764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92E465-7712-831A-7E79-94E40749F8B0}"/>
              </a:ext>
            </a:extLst>
          </p:cNvPr>
          <p:cNvSpPr>
            <a:spLocks noGrp="1"/>
          </p:cNvSpPr>
          <p:nvPr>
            <p:ph type="title"/>
          </p:nvPr>
        </p:nvSpPr>
        <p:spPr>
          <a:xfrm>
            <a:off x="1887760" y="180886"/>
            <a:ext cx="8563411" cy="569022"/>
          </a:xfrm>
        </p:spPr>
        <p:txBody>
          <a:bodyPr/>
          <a:lstStyle/>
          <a:p>
            <a:r>
              <a:rPr lang="en-US" sz="3200" dirty="0"/>
              <a:t>Model dumping and Loading</a:t>
            </a:r>
          </a:p>
        </p:txBody>
      </p:sp>
      <p:sp>
        <p:nvSpPr>
          <p:cNvPr id="3" name="Footer Placeholder 2">
            <a:extLst>
              <a:ext uri="{FF2B5EF4-FFF2-40B4-BE49-F238E27FC236}">
                <a16:creationId xmlns:a16="http://schemas.microsoft.com/office/drawing/2014/main" id="{E96A8D31-1442-42B4-3AFC-14A2D35CD5BB}"/>
              </a:ext>
            </a:extLst>
          </p:cNvPr>
          <p:cNvSpPr>
            <a:spLocks noGrp="1"/>
          </p:cNvSpPr>
          <p:nvPr>
            <p:ph type="ftr" sz="quarter" idx="22"/>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278A9E60-1E2B-48EF-65C8-28418B293C81}"/>
              </a:ext>
            </a:extLst>
          </p:cNvPr>
          <p:cNvSpPr>
            <a:spLocks noGrp="1"/>
          </p:cNvSpPr>
          <p:nvPr>
            <p:ph type="sldNum" sz="quarter" idx="23"/>
          </p:nvPr>
        </p:nvSpPr>
        <p:spPr/>
        <p:txBody>
          <a:bodyPr/>
          <a:lstStyle/>
          <a:p>
            <a:fld id="{295C7AAE-A677-454A-8BDB-62A0650ACE98}" type="slidenum">
              <a:rPr lang="en-US" smtClean="0"/>
              <a:pPr/>
              <a:t>17</a:t>
            </a:fld>
            <a:endParaRPr lang="en-US" dirty="0"/>
          </a:p>
        </p:txBody>
      </p:sp>
      <p:pic>
        <p:nvPicPr>
          <p:cNvPr id="8" name="Picture 7">
            <a:extLst>
              <a:ext uri="{FF2B5EF4-FFF2-40B4-BE49-F238E27FC236}">
                <a16:creationId xmlns:a16="http://schemas.microsoft.com/office/drawing/2014/main" id="{DDF1365E-43F0-3F6B-5C10-F5AAFB6C4D21}"/>
              </a:ext>
            </a:extLst>
          </p:cNvPr>
          <p:cNvPicPr>
            <a:picLocks noChangeAspect="1"/>
          </p:cNvPicPr>
          <p:nvPr/>
        </p:nvPicPr>
        <p:blipFill>
          <a:blip r:embed="rId2"/>
          <a:srcRect/>
          <a:stretch/>
        </p:blipFill>
        <p:spPr>
          <a:xfrm>
            <a:off x="1344118" y="1562582"/>
            <a:ext cx="4065613" cy="2873347"/>
          </a:xfrm>
          <a:prstGeom prst="rect">
            <a:avLst/>
          </a:prstGeom>
        </p:spPr>
      </p:pic>
      <p:pic>
        <p:nvPicPr>
          <p:cNvPr id="10" name="Picture 9">
            <a:extLst>
              <a:ext uri="{FF2B5EF4-FFF2-40B4-BE49-F238E27FC236}">
                <a16:creationId xmlns:a16="http://schemas.microsoft.com/office/drawing/2014/main" id="{BBD90DD5-B658-7F04-74F9-3BE7C193A9FE}"/>
              </a:ext>
            </a:extLst>
          </p:cNvPr>
          <p:cNvPicPr>
            <a:picLocks noChangeAspect="1"/>
          </p:cNvPicPr>
          <p:nvPr/>
        </p:nvPicPr>
        <p:blipFill>
          <a:blip r:embed="rId3"/>
          <a:srcRect/>
          <a:stretch/>
        </p:blipFill>
        <p:spPr>
          <a:xfrm>
            <a:off x="6782270" y="1562582"/>
            <a:ext cx="4505544" cy="2873347"/>
          </a:xfrm>
          <a:prstGeom prst="rect">
            <a:avLst/>
          </a:prstGeom>
        </p:spPr>
      </p:pic>
      <p:sp>
        <p:nvSpPr>
          <p:cNvPr id="11" name="TextBox 10">
            <a:extLst>
              <a:ext uri="{FF2B5EF4-FFF2-40B4-BE49-F238E27FC236}">
                <a16:creationId xmlns:a16="http://schemas.microsoft.com/office/drawing/2014/main" id="{8B231F7C-0E21-17F8-EEDE-249BA333213D}"/>
              </a:ext>
            </a:extLst>
          </p:cNvPr>
          <p:cNvSpPr txBox="1"/>
          <p:nvPr/>
        </p:nvSpPr>
        <p:spPr>
          <a:xfrm>
            <a:off x="0" y="4938940"/>
            <a:ext cx="914400" cy="914400"/>
          </a:xfrm>
          <a:prstGeom prst="rect">
            <a:avLst/>
          </a:prstGeom>
          <a:noFill/>
        </p:spPr>
        <p:txBody>
          <a:bodyPr vert="horz" wrap="none" lIns="0" tIns="0" rIns="0" bIns="0" rtlCol="0" anchor="t">
            <a:noAutofit/>
          </a:bodyPr>
          <a:lstStyle/>
          <a:p>
            <a:r>
              <a:rPr lang="en-US" sz="2000" dirty="0"/>
              <a:t>Trained the optimal skincare recommendation model and saved it along with the encoder  using </a:t>
            </a:r>
            <a:r>
              <a:rPr lang="en-US" dirty="0" err="1"/>
              <a:t>joblib</a:t>
            </a:r>
            <a:endParaRPr lang="en-US" dirty="0"/>
          </a:p>
          <a:p>
            <a:r>
              <a:rPr lang="en-US" sz="2000" dirty="0"/>
              <a:t> for modular deployment and were loaded into a Python script powering a </a:t>
            </a:r>
            <a:r>
              <a:rPr lang="en-US" sz="2000" dirty="0" err="1"/>
              <a:t>Streamlit</a:t>
            </a:r>
            <a:r>
              <a:rPr lang="en-US" sz="2000" dirty="0"/>
              <a:t> web app with a</a:t>
            </a:r>
          </a:p>
          <a:p>
            <a:r>
              <a:rPr lang="en-US" sz="2000" dirty="0"/>
              <a:t> customized user input </a:t>
            </a:r>
            <a:r>
              <a:rPr lang="en-US" sz="2000" dirty="0" err="1"/>
              <a:t>interface.User</a:t>
            </a:r>
            <a:r>
              <a:rPr lang="en-US" sz="2000" dirty="0"/>
              <a:t> data is processed in real time to predict their ideal skincare products </a:t>
            </a:r>
          </a:p>
          <a:p>
            <a:r>
              <a:rPr lang="en-US" sz="2000" dirty="0"/>
              <a:t> enabling seamless, personalized recommendations.</a:t>
            </a:r>
          </a:p>
          <a:p>
            <a:endParaRPr lang="en-US" sz="2000" dirty="0"/>
          </a:p>
        </p:txBody>
      </p:sp>
    </p:spTree>
    <p:extLst>
      <p:ext uri="{BB962C8B-B14F-4D97-AF65-F5344CB8AC3E}">
        <p14:creationId xmlns:p14="http://schemas.microsoft.com/office/powerpoint/2010/main" val="335300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fade">
                                      <p:cBhvr>
                                        <p:cTn id="24" dur="500"/>
                                        <p:tgtEl>
                                          <p:spTgt spid="11">
                                            <p:txEl>
                                              <p:pRg st="0" end="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animEffect transition="in" filter="fade">
                                      <p:cBhvr>
                                        <p:cTn id="27" dur="500"/>
                                        <p:tgtEl>
                                          <p:spTgt spid="11">
                                            <p:txEl>
                                              <p:pRg st="1" end="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xEl>
                                              <p:pRg st="2" end="2"/>
                                            </p:txEl>
                                          </p:spTgt>
                                        </p:tgtEl>
                                        <p:attrNameLst>
                                          <p:attrName>style.visibility</p:attrName>
                                        </p:attrNameLst>
                                      </p:cBhvr>
                                      <p:to>
                                        <p:strVal val="visible"/>
                                      </p:to>
                                    </p:set>
                                    <p:animEffect transition="in" filter="fade">
                                      <p:cBhvr>
                                        <p:cTn id="30" dur="500"/>
                                        <p:tgtEl>
                                          <p:spTgt spid="11">
                                            <p:txEl>
                                              <p:pRg st="2" end="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xEl>
                                              <p:pRg st="3" end="3"/>
                                            </p:txEl>
                                          </p:spTgt>
                                        </p:tgtEl>
                                        <p:attrNameLst>
                                          <p:attrName>style.visibility</p:attrName>
                                        </p:attrNameLst>
                                      </p:cBhvr>
                                      <p:to>
                                        <p:strVal val="visible"/>
                                      </p:to>
                                    </p:set>
                                    <p:animEffect transition="in" filter="fade">
                                      <p:cBhvr>
                                        <p:cTn id="33"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A8911F6B-778D-AFF5-3653-A37175EB9078}"/>
              </a:ext>
            </a:extLst>
          </p:cNvPr>
          <p:cNvPicPr>
            <a:picLocks noGrp="1" noChangeAspect="1"/>
          </p:cNvPicPr>
          <p:nvPr>
            <p:ph type="pic" sz="quarter" idx="10"/>
          </p:nvPr>
        </p:nvPicPr>
        <p:blipFill>
          <a:blip r:embed="rId3"/>
          <a:srcRect/>
          <a:stretch/>
        </p:blipFill>
        <p:spPr>
          <a:xfrm>
            <a:off x="7791506" y="1"/>
            <a:ext cx="4223016" cy="6857999"/>
          </a:xfrm>
        </p:spPr>
      </p:pic>
      <p:sp>
        <p:nvSpPr>
          <p:cNvPr id="6" name="TextBox 5">
            <a:extLst>
              <a:ext uri="{FF2B5EF4-FFF2-40B4-BE49-F238E27FC236}">
                <a16:creationId xmlns:a16="http://schemas.microsoft.com/office/drawing/2014/main" id="{6FB769D7-41C2-722F-8709-662B9AD9387B}"/>
              </a:ext>
            </a:extLst>
          </p:cNvPr>
          <p:cNvSpPr txBox="1"/>
          <p:nvPr/>
        </p:nvSpPr>
        <p:spPr>
          <a:xfrm>
            <a:off x="1620456" y="671332"/>
            <a:ext cx="914400" cy="914400"/>
          </a:xfrm>
          <a:prstGeom prst="rect">
            <a:avLst/>
          </a:prstGeom>
          <a:noFill/>
        </p:spPr>
        <p:txBody>
          <a:bodyPr vert="horz" wrap="none" lIns="0" tIns="0" rIns="0" bIns="0" rtlCol="0" anchor="t">
            <a:noAutofit/>
          </a:bodyPr>
          <a:lstStyle/>
          <a:p>
            <a:pPr algn="l"/>
            <a:r>
              <a:rPr lang="en-US" sz="4000" spc="500" dirty="0">
                <a:solidFill>
                  <a:srgbClr val="FFFFFF"/>
                </a:solidFill>
                <a:latin typeface="Felix Titling"/>
              </a:rPr>
              <a:t>Conclusion</a:t>
            </a:r>
          </a:p>
        </p:txBody>
      </p:sp>
      <p:sp>
        <p:nvSpPr>
          <p:cNvPr id="8" name="TextBox 7">
            <a:extLst>
              <a:ext uri="{FF2B5EF4-FFF2-40B4-BE49-F238E27FC236}">
                <a16:creationId xmlns:a16="http://schemas.microsoft.com/office/drawing/2014/main" id="{A371DC88-6A58-EF8B-985D-6E8E36493CA0}"/>
              </a:ext>
            </a:extLst>
          </p:cNvPr>
          <p:cNvSpPr txBox="1"/>
          <p:nvPr/>
        </p:nvSpPr>
        <p:spPr>
          <a:xfrm>
            <a:off x="177478" y="1483429"/>
            <a:ext cx="914400" cy="914400"/>
          </a:xfrm>
          <a:prstGeom prst="rect">
            <a:avLst/>
          </a:prstGeom>
          <a:noFill/>
        </p:spPr>
        <p:txBody>
          <a:bodyPr vert="horz" wrap="none" lIns="0" tIns="0" rIns="0" bIns="0" rtlCol="0" anchor="t">
            <a:noAutofit/>
          </a:bodyPr>
          <a:lstStyle/>
          <a:p>
            <a:r>
              <a:rPr lang="en-US" sz="2000" dirty="0">
                <a:solidFill>
                  <a:schemeClr val="accent3"/>
                </a:solidFill>
              </a:rPr>
              <a:t>The project successfully developed a highly accurate skincare</a:t>
            </a:r>
          </a:p>
          <a:p>
            <a:r>
              <a:rPr lang="en-US" sz="2000" dirty="0">
                <a:solidFill>
                  <a:schemeClr val="accent3"/>
                </a:solidFill>
              </a:rPr>
              <a:t> recommendation model, achieving near-perfect scores in accuracy, </a:t>
            </a:r>
          </a:p>
          <a:p>
            <a:r>
              <a:rPr lang="en-US" sz="2000" dirty="0">
                <a:solidFill>
                  <a:schemeClr val="accent3"/>
                </a:solidFill>
              </a:rPr>
              <a:t>precision, and recall, with robust performance validated through</a:t>
            </a:r>
          </a:p>
          <a:p>
            <a:r>
              <a:rPr lang="en-US" sz="2000" dirty="0">
                <a:solidFill>
                  <a:schemeClr val="accent3"/>
                </a:solidFill>
              </a:rPr>
              <a:t> cross-validation. A well-balanced and diverse dataset—capturing </a:t>
            </a:r>
          </a:p>
          <a:p>
            <a:r>
              <a:rPr lang="en-US" sz="2000" dirty="0">
                <a:solidFill>
                  <a:schemeClr val="accent3"/>
                </a:solidFill>
              </a:rPr>
              <a:t>skin types, concerns, and lifestyle factors—played a key role in the</a:t>
            </a:r>
          </a:p>
          <a:p>
            <a:r>
              <a:rPr lang="en-US" sz="2000" dirty="0">
                <a:solidFill>
                  <a:schemeClr val="accent3"/>
                </a:solidFill>
              </a:rPr>
              <a:t> model’s effectiveness. Reflecting on the process, the project </a:t>
            </a:r>
          </a:p>
          <a:p>
            <a:r>
              <a:rPr lang="en-US" sz="2000" dirty="0">
                <a:solidFill>
                  <a:schemeClr val="accent3"/>
                </a:solidFill>
              </a:rPr>
              <a:t>underscored the importance of high-quality data and meticulous</a:t>
            </a:r>
          </a:p>
          <a:p>
            <a:r>
              <a:rPr lang="en-US" sz="2000" dirty="0">
                <a:solidFill>
                  <a:schemeClr val="accent3"/>
                </a:solidFill>
              </a:rPr>
              <a:t> model tuning, while addressing challenges like generalizability </a:t>
            </a:r>
          </a:p>
          <a:p>
            <a:r>
              <a:rPr lang="en-US" sz="2000" dirty="0">
                <a:solidFill>
                  <a:schemeClr val="accent3"/>
                </a:solidFill>
              </a:rPr>
              <a:t>across user profiles and managing feature balance.</a:t>
            </a:r>
          </a:p>
          <a:p>
            <a:r>
              <a:rPr lang="en-US" sz="2000" dirty="0">
                <a:solidFill>
                  <a:schemeClr val="accent3"/>
                </a:solidFill>
              </a:rPr>
              <a:t>For future enhancements, we recommend expanding the dataset </a:t>
            </a:r>
          </a:p>
          <a:p>
            <a:r>
              <a:rPr lang="en-US" sz="2000" dirty="0">
                <a:solidFill>
                  <a:schemeClr val="accent3"/>
                </a:solidFill>
              </a:rPr>
              <a:t>with more user samples and dermatological features, experimenting </a:t>
            </a:r>
          </a:p>
          <a:p>
            <a:r>
              <a:rPr lang="en-US" sz="2000" dirty="0">
                <a:solidFill>
                  <a:schemeClr val="accent3"/>
                </a:solidFill>
              </a:rPr>
              <a:t>with advanced algorithms (e.g., hybrid recommenders), and</a:t>
            </a:r>
          </a:p>
          <a:p>
            <a:r>
              <a:rPr lang="en-US" sz="2000" dirty="0">
                <a:solidFill>
                  <a:schemeClr val="accent3"/>
                </a:solidFill>
              </a:rPr>
              <a:t> validating performance through external user testing. </a:t>
            </a:r>
          </a:p>
          <a:p>
            <a:r>
              <a:rPr lang="en-US" sz="2000" dirty="0">
                <a:solidFill>
                  <a:schemeClr val="accent3"/>
                </a:solidFill>
              </a:rPr>
              <a:t>Implementing continuous feedback loops will help refine</a:t>
            </a:r>
          </a:p>
          <a:p>
            <a:r>
              <a:rPr lang="en-US" sz="2000" dirty="0">
                <a:solidFill>
                  <a:schemeClr val="accent3"/>
                </a:solidFill>
              </a:rPr>
              <a:t> recommendations and ensure long-term relevance and personalization.</a:t>
            </a:r>
          </a:p>
        </p:txBody>
      </p:sp>
    </p:spTree>
    <p:extLst>
      <p:ext uri="{BB962C8B-B14F-4D97-AF65-F5344CB8AC3E}">
        <p14:creationId xmlns:p14="http://schemas.microsoft.com/office/powerpoint/2010/main" val="3142743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subTnLst>
                                    <p:audio>
                                      <p:cMediaNode>
                                        <p:cTn display="0" masterRel="sameClick">
                                          <p:stCondLst>
                                            <p:cond evt="begin" delay="0">
                                              <p:tn val="8"/>
                                            </p:cond>
                                          </p:stCondLst>
                                          <p:endCondLst>
                                            <p:cond evt="onStopAudio" delay="0">
                                              <p:tgtEl>
                                                <p:sldTgt/>
                                              </p:tgtEl>
                                            </p:cond>
                                          </p:endCondLst>
                                        </p:cTn>
                                        <p:tgtEl>
                                          <p:sndTgt r:embed="rId2" name="bomb.wav"/>
                                        </p:tgtEl>
                                      </p:cMediaNode>
                                    </p:audio>
                                  </p:subTnLst>
                                </p:cTn>
                              </p:par>
                              <p:par>
                                <p:cTn id="11" presetID="10"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500"/>
                                        <p:tgtEl>
                                          <p:spTgt spid="8">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xEl>
                                              <p:pRg st="2" end="2"/>
                                            </p:txEl>
                                          </p:spTgt>
                                        </p:tgtEl>
                                        <p:attrNameLst>
                                          <p:attrName>style.visibility</p:attrName>
                                        </p:attrNameLst>
                                      </p:cBhvr>
                                      <p:to>
                                        <p:strVal val="visible"/>
                                      </p:to>
                                    </p:set>
                                    <p:animEffect transition="in" filter="fade">
                                      <p:cBhvr>
                                        <p:cTn id="16" dur="500"/>
                                        <p:tgtEl>
                                          <p:spTgt spid="8">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Effect transition="in" filter="fade">
                                      <p:cBhvr>
                                        <p:cTn id="19" dur="500"/>
                                        <p:tgtEl>
                                          <p:spTgt spid="8">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animEffect transition="in" filter="fade">
                                      <p:cBhvr>
                                        <p:cTn id="25" dur="500"/>
                                        <p:tgtEl>
                                          <p:spTgt spid="8">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8">
                                            <p:txEl>
                                              <p:pRg st="6" end="6"/>
                                            </p:txEl>
                                          </p:spTgt>
                                        </p:tgtEl>
                                        <p:attrNameLst>
                                          <p:attrName>style.visibility</p:attrName>
                                        </p:attrNameLst>
                                      </p:cBhvr>
                                      <p:to>
                                        <p:strVal val="visible"/>
                                      </p:to>
                                    </p:set>
                                    <p:animEffect transition="in" filter="fade">
                                      <p:cBhvr>
                                        <p:cTn id="28" dur="500"/>
                                        <p:tgtEl>
                                          <p:spTgt spid="8">
                                            <p:txEl>
                                              <p:pRg st="6" end="6"/>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animEffect transition="in" filter="fade">
                                      <p:cBhvr>
                                        <p:cTn id="31" dur="500"/>
                                        <p:tgtEl>
                                          <p:spTgt spid="8">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
                                            <p:txEl>
                                              <p:pRg st="8" end="8"/>
                                            </p:txEl>
                                          </p:spTgt>
                                        </p:tgtEl>
                                        <p:attrNameLst>
                                          <p:attrName>style.visibility</p:attrName>
                                        </p:attrNameLst>
                                      </p:cBhvr>
                                      <p:to>
                                        <p:strVal val="visible"/>
                                      </p:to>
                                    </p:set>
                                    <p:animEffect transition="in" filter="fade">
                                      <p:cBhvr>
                                        <p:cTn id="34" dur="500"/>
                                        <p:tgtEl>
                                          <p:spTgt spid="8">
                                            <p:txEl>
                                              <p:pRg st="8" end="8"/>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8">
                                            <p:txEl>
                                              <p:pRg st="9" end="9"/>
                                            </p:txEl>
                                          </p:spTgt>
                                        </p:tgtEl>
                                        <p:attrNameLst>
                                          <p:attrName>style.visibility</p:attrName>
                                        </p:attrNameLst>
                                      </p:cBhvr>
                                      <p:to>
                                        <p:strVal val="visible"/>
                                      </p:to>
                                    </p:set>
                                    <p:animEffect transition="in" filter="fade">
                                      <p:cBhvr>
                                        <p:cTn id="37" dur="500"/>
                                        <p:tgtEl>
                                          <p:spTgt spid="8">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8">
                                            <p:txEl>
                                              <p:pRg st="10" end="10"/>
                                            </p:txEl>
                                          </p:spTgt>
                                        </p:tgtEl>
                                        <p:attrNameLst>
                                          <p:attrName>style.visibility</p:attrName>
                                        </p:attrNameLst>
                                      </p:cBhvr>
                                      <p:to>
                                        <p:strVal val="visible"/>
                                      </p:to>
                                    </p:set>
                                    <p:animEffect transition="in" filter="fade">
                                      <p:cBhvr>
                                        <p:cTn id="40" dur="500"/>
                                        <p:tgtEl>
                                          <p:spTgt spid="8">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8">
                                            <p:txEl>
                                              <p:pRg st="11" end="11"/>
                                            </p:txEl>
                                          </p:spTgt>
                                        </p:tgtEl>
                                        <p:attrNameLst>
                                          <p:attrName>style.visibility</p:attrName>
                                        </p:attrNameLst>
                                      </p:cBhvr>
                                      <p:to>
                                        <p:strVal val="visible"/>
                                      </p:to>
                                    </p:set>
                                    <p:animEffect transition="in" filter="fade">
                                      <p:cBhvr>
                                        <p:cTn id="43" dur="500"/>
                                        <p:tgtEl>
                                          <p:spTgt spid="8">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8">
                                            <p:txEl>
                                              <p:pRg st="12" end="12"/>
                                            </p:txEl>
                                          </p:spTgt>
                                        </p:tgtEl>
                                        <p:attrNameLst>
                                          <p:attrName>style.visibility</p:attrName>
                                        </p:attrNameLst>
                                      </p:cBhvr>
                                      <p:to>
                                        <p:strVal val="visible"/>
                                      </p:to>
                                    </p:set>
                                    <p:animEffect transition="in" filter="fade">
                                      <p:cBhvr>
                                        <p:cTn id="46" dur="500"/>
                                        <p:tgtEl>
                                          <p:spTgt spid="8">
                                            <p:txEl>
                                              <p:pRg st="12" end="12"/>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8">
                                            <p:txEl>
                                              <p:pRg st="13" end="13"/>
                                            </p:txEl>
                                          </p:spTgt>
                                        </p:tgtEl>
                                        <p:attrNameLst>
                                          <p:attrName>style.visibility</p:attrName>
                                        </p:attrNameLst>
                                      </p:cBhvr>
                                      <p:to>
                                        <p:strVal val="visible"/>
                                      </p:to>
                                    </p:set>
                                    <p:animEffect transition="in" filter="fade">
                                      <p:cBhvr>
                                        <p:cTn id="49" dur="500"/>
                                        <p:tgtEl>
                                          <p:spTgt spid="8">
                                            <p:txEl>
                                              <p:pRg st="13" end="13"/>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8">
                                            <p:txEl>
                                              <p:pRg st="14" end="14"/>
                                            </p:txEl>
                                          </p:spTgt>
                                        </p:tgtEl>
                                        <p:attrNameLst>
                                          <p:attrName>style.visibility</p:attrName>
                                        </p:attrNameLst>
                                      </p:cBhvr>
                                      <p:to>
                                        <p:strVal val="visible"/>
                                      </p:to>
                                    </p:set>
                                    <p:animEffect transition="in" filter="fade">
                                      <p:cBhvr>
                                        <p:cTn id="52" dur="500"/>
                                        <p:tgtEl>
                                          <p:spTgt spid="8">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DC2C5D4E-F481-B17C-DFEF-7F9F7D414FC3}"/>
              </a:ext>
            </a:extLst>
          </p:cNvPr>
          <p:cNvSpPr>
            <a:spLocks noGrp="1"/>
          </p:cNvSpPr>
          <p:nvPr>
            <p:ph type="body" sz="quarter" idx="19"/>
          </p:nvPr>
        </p:nvSpPr>
        <p:spPr/>
        <p:txBody>
          <a:bodyPr/>
          <a:lstStyle/>
          <a:p>
            <a:r>
              <a:rPr lang="en-US" dirty="0"/>
              <a:t>Thank</a:t>
            </a:r>
          </a:p>
          <a:p>
            <a:r>
              <a:rPr lang="en-US" dirty="0"/>
              <a:t>thank</a:t>
            </a:r>
          </a:p>
          <a:p>
            <a:r>
              <a:rPr lang="en-US" dirty="0"/>
              <a:t>Thank</a:t>
            </a:r>
          </a:p>
          <a:p>
            <a:r>
              <a:rPr lang="en-US" dirty="0"/>
              <a:t>You</a:t>
            </a:r>
          </a:p>
          <a:p>
            <a:r>
              <a:rPr lang="en-US" dirty="0"/>
              <a:t>You</a:t>
            </a:r>
          </a:p>
          <a:p>
            <a:r>
              <a:rPr lang="en-US" dirty="0"/>
              <a:t>You</a:t>
            </a:r>
          </a:p>
          <a:p>
            <a:r>
              <a:rPr lang="en-US" dirty="0"/>
              <a:t>you</a:t>
            </a:r>
          </a:p>
        </p:txBody>
      </p:sp>
      <p:sp>
        <p:nvSpPr>
          <p:cNvPr id="8" name="Title 7">
            <a:extLst>
              <a:ext uri="{FF2B5EF4-FFF2-40B4-BE49-F238E27FC236}">
                <a16:creationId xmlns:a16="http://schemas.microsoft.com/office/drawing/2014/main" id="{A810EE3C-B2C8-8259-C6FD-8E6EB78A463B}"/>
              </a:ext>
            </a:extLst>
          </p:cNvPr>
          <p:cNvSpPr>
            <a:spLocks noGrp="1"/>
          </p:cNvSpPr>
          <p:nvPr>
            <p:ph type="title"/>
          </p:nvPr>
        </p:nvSpPr>
        <p:spPr/>
        <p:txBody>
          <a:bodyPr/>
          <a:lstStyle/>
          <a:p>
            <a:r>
              <a:rPr lang="en-US" dirty="0" err="1"/>
              <a:t>Anena</a:t>
            </a:r>
            <a:r>
              <a:rPr lang="en-US" dirty="0"/>
              <a:t> PP</a:t>
            </a:r>
            <a:br>
              <a:rPr lang="en-US" dirty="0"/>
            </a:br>
            <a:r>
              <a:rPr lang="en-US" b="0" dirty="0">
                <a:hlinkClick r:id="rId2"/>
              </a:rPr>
              <a:t>anenapp2002@gmail.com</a:t>
            </a:r>
            <a:br>
              <a:rPr lang="en-US" dirty="0"/>
            </a:br>
            <a:r>
              <a:rPr lang="en-US" b="0" dirty="0">
                <a:hlinkClick r:id="rId3"/>
              </a:rPr>
              <a:t>www.linkedin.com/in/anena-pp-bab012366</a:t>
            </a:r>
            <a:br>
              <a:rPr lang="en-US" b="0" dirty="0"/>
            </a:br>
            <a:endParaRPr lang="en-US" dirty="0"/>
          </a:p>
        </p:txBody>
      </p:sp>
      <p:sp>
        <p:nvSpPr>
          <p:cNvPr id="11" name="Text Placeholder 10">
            <a:extLst>
              <a:ext uri="{FF2B5EF4-FFF2-40B4-BE49-F238E27FC236}">
                <a16:creationId xmlns:a16="http://schemas.microsoft.com/office/drawing/2014/main" id="{84B71A9C-F374-B122-4E3F-6FED01909205}"/>
              </a:ext>
            </a:extLst>
          </p:cNvPr>
          <p:cNvSpPr>
            <a:spLocks noGrp="1"/>
          </p:cNvSpPr>
          <p:nvPr>
            <p:ph type="body" sz="quarter" idx="20"/>
          </p:nvPr>
        </p:nvSpPr>
        <p:spPr/>
        <p:txBody>
          <a:bodyPr/>
          <a:lstStyle/>
          <a:p>
            <a:r>
              <a:rPr lang="en-US" dirty="0"/>
              <a:t>Thank you</a:t>
            </a:r>
          </a:p>
        </p:txBody>
      </p:sp>
    </p:spTree>
    <p:extLst>
      <p:ext uri="{BB962C8B-B14F-4D97-AF65-F5344CB8AC3E}">
        <p14:creationId xmlns:p14="http://schemas.microsoft.com/office/powerpoint/2010/main" val="3068072395"/>
      </p:ext>
    </p:extLst>
  </p:cSld>
  <p:clrMapOvr>
    <a:masterClrMapping/>
  </p:clrMapOvr>
</p:sld>
</file>

<file path=ppt/theme/theme1.xml><?xml version="1.0" encoding="utf-8"?>
<a:theme xmlns:a="http://schemas.openxmlformats.org/drawingml/2006/main" name="Custom Design">
  <a:themeElements>
    <a:clrScheme name="Product-Summary">
      <a:dk1>
        <a:srgbClr val="000000"/>
      </a:dk1>
      <a:lt1>
        <a:srgbClr val="FFFFFF"/>
      </a:lt1>
      <a:dk2>
        <a:srgbClr val="C16548"/>
      </a:dk2>
      <a:lt2>
        <a:srgbClr val="E7E6E6"/>
      </a:lt2>
      <a:accent1>
        <a:srgbClr val="C16548"/>
      </a:accent1>
      <a:accent2>
        <a:srgbClr val="E1C9C1"/>
      </a:accent2>
      <a:accent3>
        <a:srgbClr val="EFE9E7"/>
      </a:accent3>
      <a:accent4>
        <a:srgbClr val="7C8C5F"/>
      </a:accent4>
      <a:accent5>
        <a:srgbClr val="DAE7C3"/>
      </a:accent5>
      <a:accent6>
        <a:srgbClr val="ECF1E3"/>
      </a:accent6>
      <a:hlink>
        <a:srgbClr val="0563C1"/>
      </a:hlink>
      <a:folHlink>
        <a:srgbClr val="954F72"/>
      </a:folHlink>
    </a:clrScheme>
    <a:fontScheme name="Custom 11">
      <a:majorFont>
        <a:latin typeface="Felix Titl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vert="horz" lIns="0" tIns="0" rIns="0" bIns="0" rtlCol="0" anchor="t">
        <a:noAutofit/>
      </a:bodyPr>
      <a:lstStyle>
        <a:defPPr algn="l">
          <a:defRPr sz="75000" spc="500" dirty="0">
            <a:solidFill>
              <a:srgbClr val="C16548">
                <a:alpha val="5000"/>
              </a:srgbClr>
            </a:solidFill>
            <a:latin typeface="Felix Titling"/>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B43C32-D02E-4131-BCF6-0A73823842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13D244-673F-4B54-B682-B43236447E1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664BA4E-BFD8-44AA-8176-266329CB233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45</TotalTime>
  <Words>1281</Words>
  <Application>Microsoft Office PowerPoint</Application>
  <PresentationFormat>Widescreen</PresentationFormat>
  <Paragraphs>172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Avenir Book</vt:lpstr>
      <vt:lpstr>Avenir Heavy</vt:lpstr>
      <vt:lpstr>Avenir Next LT Pro</vt:lpstr>
      <vt:lpstr>Calibri</vt:lpstr>
      <vt:lpstr>Felix Titling</vt:lpstr>
      <vt:lpstr>Custom Design</vt:lpstr>
      <vt:lpstr>Smart skin smart skin Smart skin​ Smart skin solution solution solution solution</vt:lpstr>
      <vt:lpstr>objective  Objective objective</vt:lpstr>
      <vt:lpstr>Overview Steps</vt:lpstr>
      <vt:lpstr>Skin care</vt:lpstr>
      <vt:lpstr>Choosing dataset</vt:lpstr>
      <vt:lpstr>PowerPoint Presentation</vt:lpstr>
      <vt:lpstr>Understanding the problem</vt:lpstr>
      <vt:lpstr>PowerPoint Presentation</vt:lpstr>
      <vt:lpstr>Data preprocessing</vt:lpstr>
      <vt:lpstr>  exploratory data analysis </vt:lpstr>
      <vt:lpstr>   </vt:lpstr>
      <vt:lpstr>   </vt:lpstr>
      <vt:lpstr>Removing Outliers</vt:lpstr>
      <vt:lpstr> Data analysis techniques</vt:lpstr>
      <vt:lpstr>PowerPoint Presentation</vt:lpstr>
      <vt:lpstr>Selecting best model</vt:lpstr>
      <vt:lpstr>Model dumping and Loading</vt:lpstr>
      <vt:lpstr>PowerPoint Presentation</vt:lpstr>
      <vt:lpstr>Anena PP anenapp2002@gmail.com www.linkedin.com/in/anena-pp-bab012366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anenapp2002@outlook.com</cp:lastModifiedBy>
  <cp:revision>1</cp:revision>
  <dcterms:created xsi:type="dcterms:W3CDTF">2022-06-09T07:04:57Z</dcterms:created>
  <dcterms:modified xsi:type="dcterms:W3CDTF">2025-10-13T02:23:34Z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